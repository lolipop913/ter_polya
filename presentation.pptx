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72" r:id="rId14"/>
    <p:sldId id="273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096D2-0977-4CC9-B332-391136FB2B4E}" v="104" dt="2026-06-19T12:02:08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6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 Vasserot" userId="0e3ffa8a8ba4be21" providerId="LiveId" clId="{6648135A-1893-4340-8820-2F0DD70CB280}"/>
    <pc:docChg chg="undo custSel addSld delSld modSld sldOrd">
      <pc:chgData name="Henri Vasserot" userId="0e3ffa8a8ba4be21" providerId="LiveId" clId="{6648135A-1893-4340-8820-2F0DD70CB280}" dt="2026-06-19T12:06:19.861" v="416" actId="207"/>
      <pc:docMkLst>
        <pc:docMk/>
      </pc:docMkLst>
      <pc:sldChg chg="modSp mod">
        <pc:chgData name="Henri Vasserot" userId="0e3ffa8a8ba4be21" providerId="LiveId" clId="{6648135A-1893-4340-8820-2F0DD70CB280}" dt="2026-06-19T12:06:19.861" v="416" actId="207"/>
        <pc:sldMkLst>
          <pc:docMk/>
          <pc:sldMk cId="0" sldId="260"/>
        </pc:sldMkLst>
        <pc:spChg chg="mod">
          <ac:chgData name="Henri Vasserot" userId="0e3ffa8a8ba4be21" providerId="LiveId" clId="{6648135A-1893-4340-8820-2F0DD70CB280}" dt="2026-06-19T12:06:19.861" v="416" actId="207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">
        <pc:chgData name="Henri Vasserot" userId="0e3ffa8a8ba4be21" providerId="LiveId" clId="{6648135A-1893-4340-8820-2F0DD70CB280}" dt="2026-06-18T22:41:41.542" v="72" actId="14100"/>
        <pc:sldMkLst>
          <pc:docMk/>
          <pc:sldMk cId="0" sldId="261"/>
        </pc:sldMkLst>
        <pc:spChg chg="mod">
          <ac:chgData name="Henri Vasserot" userId="0e3ffa8a8ba4be21" providerId="LiveId" clId="{6648135A-1893-4340-8820-2F0DD70CB280}" dt="2026-06-18T22:38:11.780" v="35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enri Vasserot" userId="0e3ffa8a8ba4be21" providerId="LiveId" clId="{6648135A-1893-4340-8820-2F0DD70CB280}" dt="2026-06-18T22:38:17.266" v="39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Henri Vasserot" userId="0e3ffa8a8ba4be21" providerId="LiveId" clId="{6648135A-1893-4340-8820-2F0DD70CB280}" dt="2026-06-18T22:36:59.117" v="10" actId="11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Henri Vasserot" userId="0e3ffa8a8ba4be21" providerId="LiveId" clId="{6648135A-1893-4340-8820-2F0DD70CB280}" dt="2026-06-18T22:38:25.191" v="45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Henri Vasserot" userId="0e3ffa8a8ba4be21" providerId="LiveId" clId="{6648135A-1893-4340-8820-2F0DD70CB280}" dt="2026-06-18T22:35:29.080" v="2" actId="113"/>
          <ac:spMkLst>
            <pc:docMk/>
            <pc:sldMk cId="0" sldId="261"/>
            <ac:spMk id="18" creationId="{00000000-0000-0000-0000-000000000000}"/>
          </ac:spMkLst>
        </pc:spChg>
        <pc:picChg chg="add del mod">
          <ac:chgData name="Henri Vasserot" userId="0e3ffa8a8ba4be21" providerId="LiveId" clId="{6648135A-1893-4340-8820-2F0DD70CB280}" dt="2026-06-18T22:41:04.164" v="60" actId="478"/>
          <ac:picMkLst>
            <pc:docMk/>
            <pc:sldMk cId="0" sldId="261"/>
            <ac:picMk id="21" creationId="{F99660FE-0253-512E-7EEB-9C0EB2F28B89}"/>
          </ac:picMkLst>
        </pc:picChg>
        <pc:picChg chg="add del mod">
          <ac:chgData name="Henri Vasserot" userId="0e3ffa8a8ba4be21" providerId="LiveId" clId="{6648135A-1893-4340-8820-2F0DD70CB280}" dt="2026-06-18T22:41:05.975" v="61" actId="478"/>
          <ac:picMkLst>
            <pc:docMk/>
            <pc:sldMk cId="0" sldId="261"/>
            <ac:picMk id="23" creationId="{91CD67E6-553E-B971-BA2F-8A717AE38CB9}"/>
          </ac:picMkLst>
        </pc:picChg>
        <pc:picChg chg="add del mod">
          <ac:chgData name="Henri Vasserot" userId="0e3ffa8a8ba4be21" providerId="LiveId" clId="{6648135A-1893-4340-8820-2F0DD70CB280}" dt="2026-06-18T22:40:09.326" v="54" actId="478"/>
          <ac:picMkLst>
            <pc:docMk/>
            <pc:sldMk cId="0" sldId="261"/>
            <ac:picMk id="25" creationId="{90F5827F-7015-964A-2365-A64318AA4201}"/>
          </ac:picMkLst>
        </pc:picChg>
        <pc:picChg chg="add mod">
          <ac:chgData name="Henri Vasserot" userId="0e3ffa8a8ba4be21" providerId="LiveId" clId="{6648135A-1893-4340-8820-2F0DD70CB280}" dt="2026-06-18T22:41:20.852" v="66" actId="1076"/>
          <ac:picMkLst>
            <pc:docMk/>
            <pc:sldMk cId="0" sldId="261"/>
            <ac:picMk id="27" creationId="{86163F6E-92A3-9393-740F-727C3CB2D4EA}"/>
          </ac:picMkLst>
        </pc:picChg>
        <pc:picChg chg="add mod">
          <ac:chgData name="Henri Vasserot" userId="0e3ffa8a8ba4be21" providerId="LiveId" clId="{6648135A-1893-4340-8820-2F0DD70CB280}" dt="2026-06-18T22:41:41.542" v="72" actId="14100"/>
          <ac:picMkLst>
            <pc:docMk/>
            <pc:sldMk cId="0" sldId="261"/>
            <ac:picMk id="29" creationId="{7120DDA0-2D2A-2469-AD7E-2007696943F2}"/>
          </ac:picMkLst>
        </pc:picChg>
      </pc:sldChg>
      <pc:sldChg chg="addSp delSp modSp mod setBg">
        <pc:chgData name="Henri Vasserot" userId="0e3ffa8a8ba4be21" providerId="LiveId" clId="{6648135A-1893-4340-8820-2F0DD70CB280}" dt="2026-06-18T22:52:54.840" v="124" actId="1076"/>
        <pc:sldMkLst>
          <pc:docMk/>
          <pc:sldMk cId="0" sldId="262"/>
        </pc:sldMkLst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Henri Vasserot" userId="0e3ffa8a8ba4be21" providerId="LiveId" clId="{6648135A-1893-4340-8820-2F0DD70CB280}" dt="2026-06-18T22:49:34.002" v="86" actId="478"/>
          <ac:spMkLst>
            <pc:docMk/>
            <pc:sldMk cId="0" sldId="262"/>
            <ac:spMk id="15" creationId="{00000000-0000-0000-0000-000000000000}"/>
          </ac:spMkLst>
        </pc:spChg>
        <pc:spChg chg="add mod">
          <ac:chgData name="Henri Vasserot" userId="0e3ffa8a8ba4be21" providerId="LiveId" clId="{6648135A-1893-4340-8820-2F0DD70CB280}" dt="2026-06-18T22:52:51.963" v="123"/>
          <ac:spMkLst>
            <pc:docMk/>
            <pc:sldMk cId="0" sldId="262"/>
            <ac:spMk id="19" creationId="{6FFD9FBA-AB8B-4CCA-ED2C-F94B153C9B55}"/>
          </ac:spMkLst>
        </pc:spChg>
        <pc:spChg chg="add del">
          <ac:chgData name="Henri Vasserot" userId="0e3ffa8a8ba4be21" providerId="LiveId" clId="{6648135A-1893-4340-8820-2F0DD70CB280}" dt="2026-06-18T22:49:49.258" v="93" actId="26606"/>
          <ac:spMkLst>
            <pc:docMk/>
            <pc:sldMk cId="0" sldId="262"/>
            <ac:spMk id="20" creationId="{AB8C311F-7253-4AED-9701-7FC0708C41C7}"/>
          </ac:spMkLst>
        </pc:spChg>
        <pc:spChg chg="add del">
          <ac:chgData name="Henri Vasserot" userId="0e3ffa8a8ba4be21" providerId="LiveId" clId="{6648135A-1893-4340-8820-2F0DD70CB280}" dt="2026-06-18T22:50:48.771" v="107" actId="26606"/>
          <ac:spMkLst>
            <pc:docMk/>
            <pc:sldMk cId="0" sldId="262"/>
            <ac:spMk id="21" creationId="{AF2A46FC-A8BE-4771-BE51-D9123E91856E}"/>
          </ac:spMkLst>
        </pc:spChg>
        <pc:spChg chg="add del">
          <ac:chgData name="Henri Vasserot" userId="0e3ffa8a8ba4be21" providerId="LiveId" clId="{6648135A-1893-4340-8820-2F0DD70CB280}" dt="2026-06-18T22:49:45.592" v="89" actId="26606"/>
          <ac:spMkLst>
            <pc:docMk/>
            <pc:sldMk cId="0" sldId="262"/>
            <ac:spMk id="23" creationId="{42A4FC2C-047E-45A5-965D-8E1E3BF09BC6}"/>
          </ac:spMkLst>
        </pc:spChg>
        <pc:spChg chg="add del">
          <ac:chgData name="Henri Vasserot" userId="0e3ffa8a8ba4be21" providerId="LiveId" clId="{6648135A-1893-4340-8820-2F0DD70CB280}" dt="2026-06-18T22:50:50.195" v="109" actId="26606"/>
          <ac:spMkLst>
            <pc:docMk/>
            <pc:sldMk cId="0" sldId="262"/>
            <ac:spMk id="24" creationId="{42A4FC2C-047E-45A5-965D-8E1E3BF09BC6}"/>
          </ac:spMkLst>
        </pc:spChg>
        <pc:spChg chg="add del">
          <ac:chgData name="Henri Vasserot" userId="0e3ffa8a8ba4be21" providerId="LiveId" clId="{6648135A-1893-4340-8820-2F0DD70CB280}" dt="2026-06-18T22:49:49.258" v="93" actId="26606"/>
          <ac:spMkLst>
            <pc:docMk/>
            <pc:sldMk cId="0" sldId="262"/>
            <ac:spMk id="25" creationId="{E2384209-CB15-4CDF-9D31-C44FD9A3F20D}"/>
          </ac:spMkLst>
        </pc:spChg>
        <pc:spChg chg="add del">
          <ac:chgData name="Henri Vasserot" userId="0e3ffa8a8ba4be21" providerId="LiveId" clId="{6648135A-1893-4340-8820-2F0DD70CB280}" dt="2026-06-18T22:51:04.229" v="115" actId="26606"/>
          <ac:spMkLst>
            <pc:docMk/>
            <pc:sldMk cId="0" sldId="262"/>
            <ac:spMk id="26" creationId="{AF2A46FC-A8BE-4771-BE51-D9123E91856E}"/>
          </ac:spMkLst>
        </pc:spChg>
        <pc:spChg chg="add del">
          <ac:chgData name="Henri Vasserot" userId="0e3ffa8a8ba4be21" providerId="LiveId" clId="{6648135A-1893-4340-8820-2F0DD70CB280}" dt="2026-06-18T22:49:49.258" v="93" actId="26606"/>
          <ac:spMkLst>
            <pc:docMk/>
            <pc:sldMk cId="0" sldId="262"/>
            <ac:spMk id="27" creationId="{2633B3B5-CC90-43F0-8714-D31D1F3F0209}"/>
          </ac:spMkLst>
        </pc:spChg>
        <pc:spChg chg="add del">
          <ac:chgData name="Henri Vasserot" userId="0e3ffa8a8ba4be21" providerId="LiveId" clId="{6648135A-1893-4340-8820-2F0DD70CB280}" dt="2026-06-18T22:51:02.860" v="112" actId="26606"/>
          <ac:spMkLst>
            <pc:docMk/>
            <pc:sldMk cId="0" sldId="262"/>
            <ac:spMk id="28" creationId="{AF2A46FC-A8BE-4771-BE51-D9123E91856E}"/>
          </ac:spMkLst>
        </pc:spChg>
        <pc:spChg chg="add del">
          <ac:chgData name="Henri Vasserot" userId="0e3ffa8a8ba4be21" providerId="LiveId" clId="{6648135A-1893-4340-8820-2F0DD70CB280}" dt="2026-06-18T22:49:49.258" v="93" actId="26606"/>
          <ac:spMkLst>
            <pc:docMk/>
            <pc:sldMk cId="0" sldId="262"/>
            <ac:spMk id="29" creationId="{A8D57A06-A426-446D-B02C-A2DC6B62E45E}"/>
          </ac:spMkLst>
        </pc:spChg>
        <pc:spChg chg="add">
          <ac:chgData name="Henri Vasserot" userId="0e3ffa8a8ba4be21" providerId="LiveId" clId="{6648135A-1893-4340-8820-2F0DD70CB280}" dt="2026-06-18T22:51:04.229" v="115" actId="26606"/>
          <ac:spMkLst>
            <pc:docMk/>
            <pc:sldMk cId="0" sldId="262"/>
            <ac:spMk id="30" creationId="{AF2A46FC-A8BE-4771-BE51-D9123E91856E}"/>
          </ac:spMkLst>
        </pc:spChg>
        <pc:spChg chg="add del">
          <ac:chgData name="Henri Vasserot" userId="0e3ffa8a8ba4be21" providerId="LiveId" clId="{6648135A-1893-4340-8820-2F0DD70CB280}" dt="2026-06-18T22:49:51.036" v="95" actId="26606"/>
          <ac:spMkLst>
            <pc:docMk/>
            <pc:sldMk cId="0" sldId="262"/>
            <ac:spMk id="31" creationId="{32BC26D8-82FB-445E-AA49-62A77D7C1EE0}"/>
          </ac:spMkLst>
        </pc:spChg>
        <pc:spChg chg="add del">
          <ac:chgData name="Henri Vasserot" userId="0e3ffa8a8ba4be21" providerId="LiveId" clId="{6648135A-1893-4340-8820-2F0DD70CB280}" dt="2026-06-18T22:49:51.036" v="95" actId="26606"/>
          <ac:spMkLst>
            <pc:docMk/>
            <pc:sldMk cId="0" sldId="262"/>
            <ac:spMk id="32" creationId="{CB44330D-EA18-4254-AA95-EB49948539B8}"/>
          </ac:spMkLst>
        </pc:spChg>
        <pc:spChg chg="add del">
          <ac:chgData name="Henri Vasserot" userId="0e3ffa8a8ba4be21" providerId="LiveId" clId="{6648135A-1893-4340-8820-2F0DD70CB280}" dt="2026-06-18T22:52:46.269" v="121" actId="22"/>
          <ac:spMkLst>
            <pc:docMk/>
            <pc:sldMk cId="0" sldId="262"/>
            <ac:spMk id="33" creationId="{3712335E-3454-3DF4-50D5-19848525C72A}"/>
          </ac:spMkLst>
        </pc:spChg>
        <pc:picChg chg="add del mod">
          <ac:chgData name="Henri Vasserot" userId="0e3ffa8a8ba4be21" providerId="LiveId" clId="{6648135A-1893-4340-8820-2F0DD70CB280}" dt="2026-06-18T22:49:29.404" v="85" actId="478"/>
          <ac:picMkLst>
            <pc:docMk/>
            <pc:sldMk cId="0" sldId="262"/>
            <ac:picMk id="17" creationId="{A26383B2-C7CF-7F28-A66E-296207350C92}"/>
          </ac:picMkLst>
        </pc:picChg>
        <pc:picChg chg="add mod">
          <ac:chgData name="Henri Vasserot" userId="0e3ffa8a8ba4be21" providerId="LiveId" clId="{6648135A-1893-4340-8820-2F0DD70CB280}" dt="2026-06-18T22:52:54.840" v="124" actId="1076"/>
          <ac:picMkLst>
            <pc:docMk/>
            <pc:sldMk cId="0" sldId="262"/>
            <ac:picMk id="18" creationId="{F211FBB0-D978-8C71-B1E4-6ECEE140D4FD}"/>
          </ac:picMkLst>
        </pc:picChg>
      </pc:sldChg>
      <pc:sldChg chg="addSp delSp modSp mod">
        <pc:chgData name="Henri Vasserot" userId="0e3ffa8a8ba4be21" providerId="LiveId" clId="{6648135A-1893-4340-8820-2F0DD70CB280}" dt="2026-06-18T23:00:58.778" v="146" actId="1076"/>
        <pc:sldMkLst>
          <pc:docMk/>
          <pc:sldMk cId="0" sldId="263"/>
        </pc:sldMkLst>
        <pc:spChg chg="del">
          <ac:chgData name="Henri Vasserot" userId="0e3ffa8a8ba4be21" providerId="LiveId" clId="{6648135A-1893-4340-8820-2F0DD70CB280}" dt="2026-06-18T22:57:45.049" v="125" actId="478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Henri Vasserot" userId="0e3ffa8a8ba4be21" providerId="LiveId" clId="{6648135A-1893-4340-8820-2F0DD70CB280}" dt="2026-06-18T22:57:53.104" v="129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Henri Vasserot" userId="0e3ffa8a8ba4be21" providerId="LiveId" clId="{6648135A-1893-4340-8820-2F0DD70CB280}" dt="2026-06-18T22:57:49.814" v="127" actId="478"/>
          <ac:spMkLst>
            <pc:docMk/>
            <pc:sldMk cId="0" sldId="263"/>
            <ac:spMk id="13" creationId="{00000000-0000-0000-0000-000000000000}"/>
          </ac:spMkLst>
        </pc:spChg>
        <pc:spChg chg="add mod">
          <ac:chgData name="Henri Vasserot" userId="0e3ffa8a8ba4be21" providerId="LiveId" clId="{6648135A-1893-4340-8820-2F0DD70CB280}" dt="2026-06-18T23:00:58.778" v="146" actId="1076"/>
          <ac:spMkLst>
            <pc:docMk/>
            <pc:sldMk cId="0" sldId="263"/>
            <ac:spMk id="17" creationId="{818EE878-3848-C39C-BFA5-BF25516DD87D}"/>
          </ac:spMkLst>
        </pc:spChg>
        <pc:picChg chg="add mod">
          <ac:chgData name="Henri Vasserot" userId="0e3ffa8a8ba4be21" providerId="LiveId" clId="{6648135A-1893-4340-8820-2F0DD70CB280}" dt="2026-06-18T22:58:30.930" v="136" actId="1076"/>
          <ac:picMkLst>
            <pc:docMk/>
            <pc:sldMk cId="0" sldId="263"/>
            <ac:picMk id="16" creationId="{5EC6DBC4-3E24-0F48-064A-DA20C6EE1CCD}"/>
          </ac:picMkLst>
        </pc:picChg>
      </pc:sldChg>
      <pc:sldChg chg="addSp delSp modSp mod">
        <pc:chgData name="Henri Vasserot" userId="0e3ffa8a8ba4be21" providerId="LiveId" clId="{6648135A-1893-4340-8820-2F0DD70CB280}" dt="2026-06-19T11:15:54.913" v="202" actId="14100"/>
        <pc:sldMkLst>
          <pc:docMk/>
          <pc:sldMk cId="0" sldId="264"/>
        </pc:sldMkLst>
        <pc:spChg chg="mod">
          <ac:chgData name="Henri Vasserot" userId="0e3ffa8a8ba4be21" providerId="LiveId" clId="{6648135A-1893-4340-8820-2F0DD70CB280}" dt="2026-06-19T05:29:02.023" v="149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30:48.097" v="158" actId="11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31:50.541" v="16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29:28.522" v="153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31:04.613" v="161" actId="113"/>
          <ac:spMkLst>
            <pc:docMk/>
            <pc:sldMk cId="0" sldId="264"/>
            <ac:spMk id="13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11:14:05.218" v="189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30:02.772" v="154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31:22.923" v="164" actId="11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11:14:13.562" v="190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29:28.522" v="153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05:30:02.772" v="154" actId="1076"/>
          <ac:spMkLst>
            <pc:docMk/>
            <pc:sldMk cId="0" sldId="264"/>
            <ac:spMk id="19" creationId="{00000000-0000-0000-0000-000000000000}"/>
          </ac:spMkLst>
        </pc:spChg>
        <pc:spChg chg="del mod">
          <ac:chgData name="Henri Vasserot" userId="0e3ffa8a8ba4be21" providerId="LiveId" clId="{6648135A-1893-4340-8820-2F0DD70CB280}" dt="2026-06-19T05:35:36.290" v="184" actId="478"/>
          <ac:spMkLst>
            <pc:docMk/>
            <pc:sldMk cId="0" sldId="264"/>
            <ac:spMk id="22" creationId="{00000000-0000-0000-0000-000000000000}"/>
          </ac:spMkLst>
        </pc:spChg>
        <pc:spChg chg="add mod">
          <ac:chgData name="Henri Vasserot" userId="0e3ffa8a8ba4be21" providerId="LiveId" clId="{6648135A-1893-4340-8820-2F0DD70CB280}" dt="2026-06-19T05:30:30.842" v="156" actId="1076"/>
          <ac:spMkLst>
            <pc:docMk/>
            <pc:sldMk cId="0" sldId="264"/>
            <ac:spMk id="24" creationId="{B1ED8F8D-D3AF-3054-AC3F-737C9C851578}"/>
          </ac:spMkLst>
        </pc:spChg>
        <pc:spChg chg="add mod">
          <ac:chgData name="Henri Vasserot" userId="0e3ffa8a8ba4be21" providerId="LiveId" clId="{6648135A-1893-4340-8820-2F0DD70CB280}" dt="2026-06-19T05:30:30.842" v="156" actId="1076"/>
          <ac:spMkLst>
            <pc:docMk/>
            <pc:sldMk cId="0" sldId="264"/>
            <ac:spMk id="25" creationId="{3AA95E3A-060A-CCAB-9C4E-D0D8419290D4}"/>
          </ac:spMkLst>
        </pc:spChg>
        <pc:spChg chg="add mod">
          <ac:chgData name="Henri Vasserot" userId="0e3ffa8a8ba4be21" providerId="LiveId" clId="{6648135A-1893-4340-8820-2F0DD70CB280}" dt="2026-06-19T11:14:29.115" v="191" actId="1076"/>
          <ac:spMkLst>
            <pc:docMk/>
            <pc:sldMk cId="0" sldId="264"/>
            <ac:spMk id="26" creationId="{ACC0D238-9858-F126-3F0A-68F04603EEB1}"/>
          </ac:spMkLst>
        </pc:spChg>
        <pc:spChg chg="add mod">
          <ac:chgData name="Henri Vasserot" userId="0e3ffa8a8ba4be21" providerId="LiveId" clId="{6648135A-1893-4340-8820-2F0DD70CB280}" dt="2026-06-19T05:30:30.842" v="156" actId="1076"/>
          <ac:spMkLst>
            <pc:docMk/>
            <pc:sldMk cId="0" sldId="264"/>
            <ac:spMk id="27" creationId="{E1DDD6EF-0731-8B72-DFAD-6DE035D6956E}"/>
          </ac:spMkLst>
        </pc:spChg>
        <pc:picChg chg="add mod">
          <ac:chgData name="Henri Vasserot" userId="0e3ffa8a8ba4be21" providerId="LiveId" clId="{6648135A-1893-4340-8820-2F0DD70CB280}" dt="2026-06-19T11:14:44.516" v="193" actId="1076"/>
          <ac:picMkLst>
            <pc:docMk/>
            <pc:sldMk cId="0" sldId="264"/>
            <ac:picMk id="29" creationId="{13FC966D-AB15-B5F6-4CBC-23C04BBFEDDD}"/>
          </ac:picMkLst>
        </pc:picChg>
        <pc:picChg chg="add mod">
          <ac:chgData name="Henri Vasserot" userId="0e3ffa8a8ba4be21" providerId="LiveId" clId="{6648135A-1893-4340-8820-2F0DD70CB280}" dt="2026-06-19T05:34:05.975" v="177" actId="1076"/>
          <ac:picMkLst>
            <pc:docMk/>
            <pc:sldMk cId="0" sldId="264"/>
            <ac:picMk id="31" creationId="{567D1311-1E2D-C0F9-F826-977BDCDCB5A5}"/>
          </ac:picMkLst>
        </pc:picChg>
        <pc:picChg chg="add mod">
          <ac:chgData name="Henri Vasserot" userId="0e3ffa8a8ba4be21" providerId="LiveId" clId="{6648135A-1893-4340-8820-2F0DD70CB280}" dt="2026-06-19T11:14:55.074" v="195" actId="1076"/>
          <ac:picMkLst>
            <pc:docMk/>
            <pc:sldMk cId="0" sldId="264"/>
            <ac:picMk id="33" creationId="{C5EDD997-494E-3F73-A6E5-FB6E8D182E72}"/>
          </ac:picMkLst>
        </pc:picChg>
        <pc:picChg chg="add mod">
          <ac:chgData name="Henri Vasserot" userId="0e3ffa8a8ba4be21" providerId="LiveId" clId="{6648135A-1893-4340-8820-2F0DD70CB280}" dt="2026-06-19T11:15:06.223" v="197" actId="1076"/>
          <ac:picMkLst>
            <pc:docMk/>
            <pc:sldMk cId="0" sldId="264"/>
            <ac:picMk id="35" creationId="{5E39E336-2D17-DB91-4D6A-3B0D67AB0D60}"/>
          </ac:picMkLst>
        </pc:picChg>
        <pc:picChg chg="add mod">
          <ac:chgData name="Henri Vasserot" userId="0e3ffa8a8ba4be21" providerId="LiveId" clId="{6648135A-1893-4340-8820-2F0DD70CB280}" dt="2026-06-19T11:15:54.913" v="202" actId="14100"/>
          <ac:picMkLst>
            <pc:docMk/>
            <pc:sldMk cId="0" sldId="264"/>
            <ac:picMk id="37" creationId="{72279742-4410-A184-BDBE-AB1CC60DE69C}"/>
          </ac:picMkLst>
        </pc:picChg>
        <pc:picChg chg="add mod">
          <ac:chgData name="Henri Vasserot" userId="0e3ffa8a8ba4be21" providerId="LiveId" clId="{6648135A-1893-4340-8820-2F0DD70CB280}" dt="2026-06-19T11:15:43.672" v="200" actId="1076"/>
          <ac:picMkLst>
            <pc:docMk/>
            <pc:sldMk cId="0" sldId="264"/>
            <ac:picMk id="39" creationId="{01B00390-1753-4E14-B8D9-682D9391569B}"/>
          </ac:picMkLst>
        </pc:picChg>
      </pc:sldChg>
      <pc:sldChg chg="addSp modSp mod">
        <pc:chgData name="Henri Vasserot" userId="0e3ffa8a8ba4be21" providerId="LiveId" clId="{6648135A-1893-4340-8820-2F0DD70CB280}" dt="2026-06-19T11:25:30.009" v="267" actId="20577"/>
        <pc:sldMkLst>
          <pc:docMk/>
          <pc:sldMk cId="0" sldId="265"/>
        </pc:sldMkLst>
        <pc:spChg chg="mod">
          <ac:chgData name="Henri Vasserot" userId="0e3ffa8a8ba4be21" providerId="LiveId" clId="{6648135A-1893-4340-8820-2F0DD70CB280}" dt="2026-06-19T11:17:55.544" v="204" actId="113"/>
          <ac:spMkLst>
            <pc:docMk/>
            <pc:sldMk cId="0" sldId="265"/>
            <ac:spMk id="7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11:19:56.715" v="207" actId="11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11:25:30.009" v="267" actId="20577"/>
          <ac:spMkLst>
            <pc:docMk/>
            <pc:sldMk cId="0" sldId="265"/>
            <ac:spMk id="14" creationId="{00000000-0000-0000-0000-000000000000}"/>
          </ac:spMkLst>
        </pc:spChg>
        <pc:spChg chg="add mod">
          <ac:chgData name="Henri Vasserot" userId="0e3ffa8a8ba4be21" providerId="LiveId" clId="{6648135A-1893-4340-8820-2F0DD70CB280}" dt="2026-06-19T11:21:44.359" v="215" actId="113"/>
          <ac:spMkLst>
            <pc:docMk/>
            <pc:sldMk cId="0" sldId="265"/>
            <ac:spMk id="16" creationId="{79CF10F3-DDCE-0D3B-0902-FD1910B7B82D}"/>
          </ac:spMkLst>
        </pc:spChg>
        <pc:spChg chg="add mod">
          <ac:chgData name="Henri Vasserot" userId="0e3ffa8a8ba4be21" providerId="LiveId" clId="{6648135A-1893-4340-8820-2F0DD70CB280}" dt="2026-06-19T11:22:46.912" v="222" actId="1076"/>
          <ac:spMkLst>
            <pc:docMk/>
            <pc:sldMk cId="0" sldId="265"/>
            <ac:spMk id="17" creationId="{25C38BC1-C685-68B8-6969-42BC3508BFCA}"/>
          </ac:spMkLst>
        </pc:spChg>
      </pc:sldChg>
      <pc:sldChg chg="addSp delSp modSp mod">
        <pc:chgData name="Henri Vasserot" userId="0e3ffa8a8ba4be21" providerId="LiveId" clId="{6648135A-1893-4340-8820-2F0DD70CB280}" dt="2026-06-19T11:40:11.909" v="330" actId="478"/>
        <pc:sldMkLst>
          <pc:docMk/>
          <pc:sldMk cId="0" sldId="266"/>
        </pc:sldMkLst>
        <pc:spChg chg="del">
          <ac:chgData name="Henri Vasserot" userId="0e3ffa8a8ba4be21" providerId="LiveId" clId="{6648135A-1893-4340-8820-2F0DD70CB280}" dt="2026-06-19T11:28:39.062" v="277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Henri Vasserot" userId="0e3ffa8a8ba4be21" providerId="LiveId" clId="{6648135A-1893-4340-8820-2F0DD70CB280}" dt="2026-06-19T11:30:04.475" v="281" actId="478"/>
          <ac:spMkLst>
            <pc:docMk/>
            <pc:sldMk cId="0" sldId="266"/>
            <ac:spMk id="12" creationId="{00000000-0000-0000-0000-000000000000}"/>
          </ac:spMkLst>
        </pc:spChg>
        <pc:picChg chg="del">
          <ac:chgData name="Henri Vasserot" userId="0e3ffa8a8ba4be21" providerId="LiveId" clId="{6648135A-1893-4340-8820-2F0DD70CB280}" dt="2026-06-19T11:22:57.918" v="223" actId="478"/>
          <ac:picMkLst>
            <pc:docMk/>
            <pc:sldMk cId="0" sldId="266"/>
            <ac:picMk id="9" creationId="{00000000-0000-0000-0000-000000000000}"/>
          </ac:picMkLst>
        </pc:picChg>
        <pc:picChg chg="del">
          <ac:chgData name="Henri Vasserot" userId="0e3ffa8a8ba4be21" providerId="LiveId" clId="{6648135A-1893-4340-8820-2F0DD70CB280}" dt="2026-06-19T11:23:00.240" v="224" actId="478"/>
          <ac:picMkLst>
            <pc:docMk/>
            <pc:sldMk cId="0" sldId="266"/>
            <ac:picMk id="10" creationId="{00000000-0000-0000-0000-000000000000}"/>
          </ac:picMkLst>
        </pc:picChg>
        <pc:picChg chg="add mod">
          <ac:chgData name="Henri Vasserot" userId="0e3ffa8a8ba4be21" providerId="LiveId" clId="{6648135A-1893-4340-8820-2F0DD70CB280}" dt="2026-06-19T11:31:04.009" v="288" actId="14100"/>
          <ac:picMkLst>
            <pc:docMk/>
            <pc:sldMk cId="0" sldId="266"/>
            <ac:picMk id="15" creationId="{F3DAF047-69D4-8FCC-9237-75E40CE0483F}"/>
          </ac:picMkLst>
        </pc:picChg>
        <pc:picChg chg="add del mod">
          <ac:chgData name="Henri Vasserot" userId="0e3ffa8a8ba4be21" providerId="LiveId" clId="{6648135A-1893-4340-8820-2F0DD70CB280}" dt="2026-06-19T11:40:11.909" v="330" actId="478"/>
          <ac:picMkLst>
            <pc:docMk/>
            <pc:sldMk cId="0" sldId="266"/>
            <ac:picMk id="17" creationId="{62D54DCD-F579-8F86-43DC-A689797A7DF1}"/>
          </ac:picMkLst>
        </pc:picChg>
        <pc:picChg chg="add mod">
          <ac:chgData name="Henri Vasserot" userId="0e3ffa8a8ba4be21" providerId="LiveId" clId="{6648135A-1893-4340-8820-2F0DD70CB280}" dt="2026-06-19T11:29:14.943" v="279" actId="1076"/>
          <ac:picMkLst>
            <pc:docMk/>
            <pc:sldMk cId="0" sldId="266"/>
            <ac:picMk id="19" creationId="{2FB52941-BA07-3CBB-4CB7-17CE1C488A69}"/>
          </ac:picMkLst>
        </pc:picChg>
        <pc:picChg chg="add mod">
          <ac:chgData name="Henri Vasserot" userId="0e3ffa8a8ba4be21" providerId="LiveId" clId="{6648135A-1893-4340-8820-2F0DD70CB280}" dt="2026-06-19T11:30:57.163" v="287" actId="1076"/>
          <ac:picMkLst>
            <pc:docMk/>
            <pc:sldMk cId="0" sldId="266"/>
            <ac:picMk id="21" creationId="{2F69C162-1D0B-67AC-9A32-E0137A0CFD37}"/>
          </ac:picMkLst>
        </pc:picChg>
      </pc:sldChg>
      <pc:sldChg chg="del">
        <pc:chgData name="Henri Vasserot" userId="0e3ffa8a8ba4be21" providerId="LiveId" clId="{6648135A-1893-4340-8820-2F0DD70CB280}" dt="2026-06-19T11:32:35.434" v="292" actId="2696"/>
        <pc:sldMkLst>
          <pc:docMk/>
          <pc:sldMk cId="0" sldId="267"/>
        </pc:sldMkLst>
      </pc:sldChg>
      <pc:sldChg chg="del">
        <pc:chgData name="Henri Vasserot" userId="0e3ffa8a8ba4be21" providerId="LiveId" clId="{6648135A-1893-4340-8820-2F0DD70CB280}" dt="2026-06-19T11:32:38.228" v="293" actId="2696"/>
        <pc:sldMkLst>
          <pc:docMk/>
          <pc:sldMk cId="0" sldId="268"/>
        </pc:sldMkLst>
      </pc:sldChg>
      <pc:sldChg chg="modSp mod">
        <pc:chgData name="Henri Vasserot" userId="0e3ffa8a8ba4be21" providerId="LiveId" clId="{6648135A-1893-4340-8820-2F0DD70CB280}" dt="2026-06-19T11:59:13.943" v="394" actId="20577"/>
        <pc:sldMkLst>
          <pc:docMk/>
          <pc:sldMk cId="0" sldId="269"/>
        </pc:sldMkLst>
        <pc:spChg chg="mod">
          <ac:chgData name="Henri Vasserot" userId="0e3ffa8a8ba4be21" providerId="LiveId" clId="{6648135A-1893-4340-8820-2F0DD70CB280}" dt="2026-06-19T11:59:13.943" v="394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11:59:09.110" v="392" actId="20577"/>
          <ac:spMkLst>
            <pc:docMk/>
            <pc:sldMk cId="0" sldId="269"/>
            <ac:spMk id="14" creationId="{00000000-0000-0000-0000-000000000000}"/>
          </ac:spMkLst>
        </pc:spChg>
      </pc:sldChg>
      <pc:sldChg chg="addSp modSp mod">
        <pc:chgData name="Henri Vasserot" userId="0e3ffa8a8ba4be21" providerId="LiveId" clId="{6648135A-1893-4340-8820-2F0DD70CB280}" dt="2026-06-19T12:03:10.943" v="414" actId="1076"/>
        <pc:sldMkLst>
          <pc:docMk/>
          <pc:sldMk cId="0" sldId="270"/>
        </pc:sldMkLst>
        <pc:spChg chg="mod">
          <ac:chgData name="Henri Vasserot" userId="0e3ffa8a8ba4be21" providerId="LiveId" clId="{6648135A-1893-4340-8820-2F0DD70CB280}" dt="2026-06-19T12:03:04.416" v="413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Henri Vasserot" userId="0e3ffa8a8ba4be21" providerId="LiveId" clId="{6648135A-1893-4340-8820-2F0DD70CB280}" dt="2026-06-19T12:00:49.728" v="399" actId="20577"/>
          <ac:spMkLst>
            <pc:docMk/>
            <pc:sldMk cId="0" sldId="270"/>
            <ac:spMk id="14" creationId="{00000000-0000-0000-0000-000000000000}"/>
          </ac:spMkLst>
        </pc:spChg>
        <pc:spChg chg="add mod">
          <ac:chgData name="Henri Vasserot" userId="0e3ffa8a8ba4be21" providerId="LiveId" clId="{6648135A-1893-4340-8820-2F0DD70CB280}" dt="2026-06-19T12:01:51.801" v="403" actId="1076"/>
          <ac:spMkLst>
            <pc:docMk/>
            <pc:sldMk cId="0" sldId="270"/>
            <ac:spMk id="17" creationId="{92446EC3-7CF0-2C58-8A60-1B91DB3CDFB1}"/>
          </ac:spMkLst>
        </pc:spChg>
        <pc:picChg chg="add mod">
          <ac:chgData name="Henri Vasserot" userId="0e3ffa8a8ba4be21" providerId="LiveId" clId="{6648135A-1893-4340-8820-2F0DD70CB280}" dt="2026-06-19T12:03:10.943" v="414" actId="1076"/>
          <ac:picMkLst>
            <pc:docMk/>
            <pc:sldMk cId="0" sldId="270"/>
            <ac:picMk id="19" creationId="{2E791DB8-A7E8-C835-3AFC-1285497681C5}"/>
          </ac:picMkLst>
        </pc:picChg>
      </pc:sldChg>
      <pc:sldChg chg="addSp delSp modSp add mod">
        <pc:chgData name="Henri Vasserot" userId="0e3ffa8a8ba4be21" providerId="LiveId" clId="{6648135A-1893-4340-8820-2F0DD70CB280}" dt="2026-06-19T11:38:07.772" v="321" actId="1076"/>
        <pc:sldMkLst>
          <pc:docMk/>
          <pc:sldMk cId="3612442224" sldId="272"/>
        </pc:sldMkLst>
        <pc:spChg chg="mod">
          <ac:chgData name="Henri Vasserot" userId="0e3ffa8a8ba4be21" providerId="LiveId" clId="{6648135A-1893-4340-8820-2F0DD70CB280}" dt="2026-06-19T11:34:03.593" v="296" actId="113"/>
          <ac:spMkLst>
            <pc:docMk/>
            <pc:sldMk cId="3612442224" sldId="272"/>
            <ac:spMk id="7" creationId="{CF78AF6D-2AAB-067F-826A-5E482A500F5A}"/>
          </ac:spMkLst>
        </pc:spChg>
        <pc:spChg chg="add mod">
          <ac:chgData name="Henri Vasserot" userId="0e3ffa8a8ba4be21" providerId="LiveId" clId="{6648135A-1893-4340-8820-2F0DD70CB280}" dt="2026-06-19T11:36:10.163" v="312" actId="113"/>
          <ac:spMkLst>
            <pc:docMk/>
            <pc:sldMk cId="3612442224" sldId="272"/>
            <ac:spMk id="11" creationId="{F0A05157-4E1C-60AE-9DD8-35D2F0A8DA63}"/>
          </ac:spMkLst>
        </pc:spChg>
        <pc:picChg chg="add mod">
          <ac:chgData name="Henri Vasserot" userId="0e3ffa8a8ba4be21" providerId="LiveId" clId="{6648135A-1893-4340-8820-2F0DD70CB280}" dt="2026-06-19T11:38:00.343" v="319" actId="1076"/>
          <ac:picMkLst>
            <pc:docMk/>
            <pc:sldMk cId="3612442224" sldId="272"/>
            <ac:picMk id="10" creationId="{A72D92F6-97B5-04E9-3BFE-8586AB4D849F}"/>
          </ac:picMkLst>
        </pc:picChg>
        <pc:picChg chg="add mod">
          <ac:chgData name="Henri Vasserot" userId="0e3ffa8a8ba4be21" providerId="LiveId" clId="{6648135A-1893-4340-8820-2F0DD70CB280}" dt="2026-06-19T11:38:07.772" v="321" actId="1076"/>
          <ac:picMkLst>
            <pc:docMk/>
            <pc:sldMk cId="3612442224" sldId="272"/>
            <ac:picMk id="14" creationId="{6B9EA206-E23C-56EB-9E96-F7DDA29E9B4E}"/>
          </ac:picMkLst>
        </pc:picChg>
        <pc:picChg chg="del">
          <ac:chgData name="Henri Vasserot" userId="0e3ffa8a8ba4be21" providerId="LiveId" clId="{6648135A-1893-4340-8820-2F0DD70CB280}" dt="2026-06-19T11:34:53.603" v="303" actId="478"/>
          <ac:picMkLst>
            <pc:docMk/>
            <pc:sldMk cId="3612442224" sldId="272"/>
            <ac:picMk id="15" creationId="{F777550C-784B-F85C-A95E-97FEFA3FDBD1}"/>
          </ac:picMkLst>
        </pc:picChg>
        <pc:picChg chg="del">
          <ac:chgData name="Henri Vasserot" userId="0e3ffa8a8ba4be21" providerId="LiveId" clId="{6648135A-1893-4340-8820-2F0DD70CB280}" dt="2026-06-19T11:33:48.444" v="294" actId="478"/>
          <ac:picMkLst>
            <pc:docMk/>
            <pc:sldMk cId="3612442224" sldId="272"/>
            <ac:picMk id="17" creationId="{7D1F0D2F-EFB0-3A06-1DA9-62F42AD67730}"/>
          </ac:picMkLst>
        </pc:picChg>
        <pc:picChg chg="del">
          <ac:chgData name="Henri Vasserot" userId="0e3ffa8a8ba4be21" providerId="LiveId" clId="{6648135A-1893-4340-8820-2F0DD70CB280}" dt="2026-06-19T11:34:46.260" v="299" actId="478"/>
          <ac:picMkLst>
            <pc:docMk/>
            <pc:sldMk cId="3612442224" sldId="272"/>
            <ac:picMk id="19" creationId="{0B2BA9C1-4852-CA32-0105-7D01552CF1C8}"/>
          </ac:picMkLst>
        </pc:picChg>
        <pc:picChg chg="del">
          <ac:chgData name="Henri Vasserot" userId="0e3ffa8a8ba4be21" providerId="LiveId" clId="{6648135A-1893-4340-8820-2F0DD70CB280}" dt="2026-06-19T11:34:55.460" v="304" actId="478"/>
          <ac:picMkLst>
            <pc:docMk/>
            <pc:sldMk cId="3612442224" sldId="272"/>
            <ac:picMk id="21" creationId="{612283A3-376A-793A-9C8C-34ACFE132E00}"/>
          </ac:picMkLst>
        </pc:picChg>
      </pc:sldChg>
      <pc:sldChg chg="addSp delSp modSp add mod ord">
        <pc:chgData name="Henri Vasserot" userId="0e3ffa8a8ba4be21" providerId="LiveId" clId="{6648135A-1893-4340-8820-2F0DD70CB280}" dt="2026-06-19T11:55:49.262" v="384" actId="1076"/>
        <pc:sldMkLst>
          <pc:docMk/>
          <pc:sldMk cId="3045275682" sldId="273"/>
        </pc:sldMkLst>
        <pc:spChg chg="mod">
          <ac:chgData name="Henri Vasserot" userId="0e3ffa8a8ba4be21" providerId="LiveId" clId="{6648135A-1893-4340-8820-2F0DD70CB280}" dt="2026-06-19T11:39:23.056" v="326" actId="113"/>
          <ac:spMkLst>
            <pc:docMk/>
            <pc:sldMk cId="3045275682" sldId="273"/>
            <ac:spMk id="7" creationId="{A1F7082B-7C49-6729-5B6C-FB9FE666301C}"/>
          </ac:spMkLst>
        </pc:spChg>
        <pc:spChg chg="mod">
          <ac:chgData name="Henri Vasserot" userId="0e3ffa8a8ba4be21" providerId="LiveId" clId="{6648135A-1893-4340-8820-2F0DD70CB280}" dt="2026-06-19T11:48:43.714" v="368"/>
          <ac:spMkLst>
            <pc:docMk/>
            <pc:sldMk cId="3045275682" sldId="273"/>
            <ac:spMk id="8" creationId="{EA6376E3-1A07-2F72-C525-9F2CC978F00D}"/>
          </ac:spMkLst>
        </pc:spChg>
        <pc:picChg chg="add mod">
          <ac:chgData name="Henri Vasserot" userId="0e3ffa8a8ba4be21" providerId="LiveId" clId="{6648135A-1893-4340-8820-2F0DD70CB280}" dt="2026-06-19T11:52:52.047" v="376" actId="1076"/>
          <ac:picMkLst>
            <pc:docMk/>
            <pc:sldMk cId="3045275682" sldId="273"/>
            <ac:picMk id="10" creationId="{C807F026-A4C4-2A8F-0155-9B05CA4FE5EC}"/>
          </ac:picMkLst>
        </pc:picChg>
        <pc:picChg chg="add del mod">
          <ac:chgData name="Henri Vasserot" userId="0e3ffa8a8ba4be21" providerId="LiveId" clId="{6648135A-1893-4340-8820-2F0DD70CB280}" dt="2026-06-19T11:52:26.648" v="369" actId="478"/>
          <ac:picMkLst>
            <pc:docMk/>
            <pc:sldMk cId="3045275682" sldId="273"/>
            <ac:picMk id="12" creationId="{CCAA13BA-F946-C0F0-FA8E-A78A030F1718}"/>
          </ac:picMkLst>
        </pc:picChg>
        <pc:picChg chg="del">
          <ac:chgData name="Henri Vasserot" userId="0e3ffa8a8ba4be21" providerId="LiveId" clId="{6648135A-1893-4340-8820-2F0DD70CB280}" dt="2026-06-19T11:40:20.474" v="332" actId="478"/>
          <ac:picMkLst>
            <pc:docMk/>
            <pc:sldMk cId="3045275682" sldId="273"/>
            <ac:picMk id="15" creationId="{26F07871-59A1-AFDF-12ED-69BA000A8D65}"/>
          </ac:picMkLst>
        </pc:picChg>
        <pc:picChg chg="add mod">
          <ac:chgData name="Henri Vasserot" userId="0e3ffa8a8ba4be21" providerId="LiveId" clId="{6648135A-1893-4340-8820-2F0DD70CB280}" dt="2026-06-19T11:52:32.491" v="371" actId="1076"/>
          <ac:picMkLst>
            <pc:docMk/>
            <pc:sldMk cId="3045275682" sldId="273"/>
            <ac:picMk id="16" creationId="{D67F825E-A4ED-CAEE-12C6-ABD738E1A25B}"/>
          </ac:picMkLst>
        </pc:picChg>
        <pc:picChg chg="del">
          <ac:chgData name="Henri Vasserot" userId="0e3ffa8a8ba4be21" providerId="LiveId" clId="{6648135A-1893-4340-8820-2F0DD70CB280}" dt="2026-06-19T11:40:18.859" v="331" actId="478"/>
          <ac:picMkLst>
            <pc:docMk/>
            <pc:sldMk cId="3045275682" sldId="273"/>
            <ac:picMk id="17" creationId="{5392930B-2188-C209-5C71-EE84A20FCCAD}"/>
          </ac:picMkLst>
        </pc:picChg>
        <pc:picChg chg="del">
          <ac:chgData name="Henri Vasserot" userId="0e3ffa8a8ba4be21" providerId="LiveId" clId="{6648135A-1893-4340-8820-2F0DD70CB280}" dt="2026-06-19T11:42:43.498" v="337" actId="478"/>
          <ac:picMkLst>
            <pc:docMk/>
            <pc:sldMk cId="3045275682" sldId="273"/>
            <ac:picMk id="19" creationId="{E767924B-79CF-65C3-F31C-370E696E162D}"/>
          </ac:picMkLst>
        </pc:picChg>
        <pc:picChg chg="add mod">
          <ac:chgData name="Henri Vasserot" userId="0e3ffa8a8ba4be21" providerId="LiveId" clId="{6648135A-1893-4340-8820-2F0DD70CB280}" dt="2026-06-19T11:55:05.584" v="380" actId="1076"/>
          <ac:picMkLst>
            <pc:docMk/>
            <pc:sldMk cId="3045275682" sldId="273"/>
            <ac:picMk id="20" creationId="{6252D39E-271F-B0DA-BB9D-8C041F836750}"/>
          </ac:picMkLst>
        </pc:picChg>
        <pc:picChg chg="del">
          <ac:chgData name="Henri Vasserot" userId="0e3ffa8a8ba4be21" providerId="LiveId" clId="{6648135A-1893-4340-8820-2F0DD70CB280}" dt="2026-06-19T11:42:41.723" v="336" actId="478"/>
          <ac:picMkLst>
            <pc:docMk/>
            <pc:sldMk cId="3045275682" sldId="273"/>
            <ac:picMk id="21" creationId="{5DC92861-6066-49F8-DE60-CC9660C04A0F}"/>
          </ac:picMkLst>
        </pc:picChg>
        <pc:picChg chg="add mod">
          <ac:chgData name="Henri Vasserot" userId="0e3ffa8a8ba4be21" providerId="LiveId" clId="{6648135A-1893-4340-8820-2F0DD70CB280}" dt="2026-06-19T11:55:49.262" v="384" actId="1076"/>
          <ac:picMkLst>
            <pc:docMk/>
            <pc:sldMk cId="3045275682" sldId="273"/>
            <ac:picMk id="23" creationId="{19EE9E78-C84C-A717-9CE7-EB829C16F0F5}"/>
          </ac:picMkLst>
        </pc:picChg>
      </pc:sldChg>
      <pc:sldChg chg="addSp delSp modSp add mod ord">
        <pc:chgData name="Henri Vasserot" userId="0e3ffa8a8ba4be21" providerId="LiveId" clId="{6648135A-1893-4340-8820-2F0DD70CB280}" dt="2026-06-19T11:45:25.794" v="361" actId="1076"/>
        <pc:sldMkLst>
          <pc:docMk/>
          <pc:sldMk cId="1739076269" sldId="274"/>
        </pc:sldMkLst>
        <pc:spChg chg="mod">
          <ac:chgData name="Henri Vasserot" userId="0e3ffa8a8ba4be21" providerId="LiveId" clId="{6648135A-1893-4340-8820-2F0DD70CB280}" dt="2026-06-19T11:44:26.349" v="350" actId="113"/>
          <ac:spMkLst>
            <pc:docMk/>
            <pc:sldMk cId="1739076269" sldId="274"/>
            <ac:spMk id="7" creationId="{F1870C9D-BF75-E58F-BF97-C50FAEBA7191}"/>
          </ac:spMkLst>
        </pc:spChg>
        <pc:picChg chg="add mod">
          <ac:chgData name="Henri Vasserot" userId="0e3ffa8a8ba4be21" providerId="LiveId" clId="{6648135A-1893-4340-8820-2F0DD70CB280}" dt="2026-06-19T11:44:48.343" v="357" actId="1076"/>
          <ac:picMkLst>
            <pc:docMk/>
            <pc:sldMk cId="1739076269" sldId="274"/>
            <ac:picMk id="10" creationId="{F55B1466-64B2-E056-BC2A-FB1C6DF132FE}"/>
          </ac:picMkLst>
        </pc:picChg>
        <pc:picChg chg="add mod modCrop">
          <ac:chgData name="Henri Vasserot" userId="0e3ffa8a8ba4be21" providerId="LiveId" clId="{6648135A-1893-4340-8820-2F0DD70CB280}" dt="2026-06-19T11:45:25.794" v="361" actId="1076"/>
          <ac:picMkLst>
            <pc:docMk/>
            <pc:sldMk cId="1739076269" sldId="274"/>
            <ac:picMk id="11" creationId="{958DB98A-5283-5A5D-84C8-4BE681C33F33}"/>
          </ac:picMkLst>
        </pc:picChg>
        <pc:picChg chg="del">
          <ac:chgData name="Henri Vasserot" userId="0e3ffa8a8ba4be21" providerId="LiveId" clId="{6648135A-1893-4340-8820-2F0DD70CB280}" dt="2026-06-19T11:44:30.136" v="352" actId="478"/>
          <ac:picMkLst>
            <pc:docMk/>
            <pc:sldMk cId="1739076269" sldId="274"/>
            <ac:picMk id="15" creationId="{1B3C31E8-9035-E726-A702-82595BEACBAA}"/>
          </ac:picMkLst>
        </pc:picChg>
        <pc:picChg chg="del">
          <ac:chgData name="Henri Vasserot" userId="0e3ffa8a8ba4be21" providerId="LiveId" clId="{6648135A-1893-4340-8820-2F0DD70CB280}" dt="2026-06-19T11:44:28.355" v="351" actId="478"/>
          <ac:picMkLst>
            <pc:docMk/>
            <pc:sldMk cId="1739076269" sldId="274"/>
            <ac:picMk id="17" creationId="{5D08401B-06D2-1E59-C2AF-1017D1B2A30B}"/>
          </ac:picMkLst>
        </pc:picChg>
        <pc:picChg chg="del">
          <ac:chgData name="Henri Vasserot" userId="0e3ffa8a8ba4be21" providerId="LiveId" clId="{6648135A-1893-4340-8820-2F0DD70CB280}" dt="2026-06-19T11:44:31.590" v="353" actId="478"/>
          <ac:picMkLst>
            <pc:docMk/>
            <pc:sldMk cId="1739076269" sldId="274"/>
            <ac:picMk id="19" creationId="{46A75427-F7D5-9A7D-4BE4-F6591BFB0EDF}"/>
          </ac:picMkLst>
        </pc:picChg>
        <pc:picChg chg="del">
          <ac:chgData name="Henri Vasserot" userId="0e3ffa8a8ba4be21" providerId="LiveId" clId="{6648135A-1893-4340-8820-2F0DD70CB280}" dt="2026-06-19T11:44:33.392" v="354" actId="478"/>
          <ac:picMkLst>
            <pc:docMk/>
            <pc:sldMk cId="1739076269" sldId="274"/>
            <ac:picMk id="21" creationId="{A71F9F13-6AB2-6857-B4B2-D2C2E1D674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0040"/>
            <a:ext cx="2743200" cy="9426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F6973"/>
                </a:solidFill>
                <a:latin typeface="Aptos"/>
              </a:rPr>
              <a:t>TER de recherche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223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latin typeface="Aptos"/>
              </a:rPr>
              <a:t>Urnes de Pólya généralisées</a:t>
            </a:r>
          </a:p>
          <a:p>
            <a:r>
              <a:rPr sz="3000" b="1">
                <a:latin typeface="Aptos"/>
              </a:rPr>
              <a:t>Domination permanente et simulations</a:t>
            </a:r>
          </a:p>
          <a:p>
            <a:r>
              <a:rPr sz="3000" b="1">
                <a:latin typeface="Aptos"/>
              </a:rPr>
              <a:t>à horizon fini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434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Aptos"/>
              </a:rPr>
              <a:t>Henri Vasserot — Master Mathématiques EAD · AMU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548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TER encadré par Grégory Maillard ·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Cadre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Urnes de Pólya généralisées : cadre du problème</a:t>
            </a:r>
            <a:endParaRPr lang="fr-FR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Un modèle simple de renforcement, une propriété globale dans le temps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11480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36776"/>
            <a:ext cx="479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Idée du modèle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05840" y="1965960"/>
                <a:ext cx="4572000" cy="2369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defRPr sz="19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sz="1900" dirty="0"/>
                  <a:t>À l'instant </a:t>
                </a:r>
                <a14:m>
                  <m:oMath xmlns:m="http://schemas.openxmlformats.org/officeDocument/2006/math">
                    <m:r>
                      <a:rPr lang="fr-FR" sz="1900" i="1"/>
                      <m:t>𝑛</m:t>
                    </m:r>
                  </m:oMath>
                </a14:m>
                <a:r>
                  <a:rPr lang="fr-FR" sz="1900" dirty="0"/>
                  <a:t>, l'urne contient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900"/>
                        </m:ctrlPr>
                      </m:sSubPr>
                      <m:e>
                        <m:r>
                          <a:rPr lang="fr-FR" sz="1900" i="1"/>
                          <m:t>𝐵</m:t>
                        </m:r>
                      </m:e>
                      <m:sub>
                        <m:r>
                          <a:rPr lang="fr-FR" sz="1900" i="1"/>
                          <m:t>𝑛</m:t>
                        </m:r>
                      </m:sub>
                    </m:sSub>
                  </m:oMath>
                </a14:m>
                <a:r>
                  <a:rPr lang="fr-FR" sz="1900" dirty="0"/>
                  <a:t>boules noires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900"/>
                        </m:ctrlPr>
                      </m:sSubPr>
                      <m:e>
                        <m:r>
                          <a:rPr lang="fr-FR" sz="1900" i="1"/>
                          <m:t>𝑊</m:t>
                        </m:r>
                      </m:e>
                      <m:sub>
                        <m:r>
                          <a:rPr lang="fr-FR" sz="1900" i="1"/>
                          <m:t>𝑛</m:t>
                        </m:r>
                      </m:sub>
                    </m:sSub>
                  </m:oMath>
                </a14:m>
                <a:r>
                  <a:rPr lang="fr-FR" sz="1900" dirty="0"/>
                  <a:t>boules blanches.</a:t>
                </a:r>
              </a:p>
              <a:p>
                <a:pPr>
                  <a:spcAft>
                    <a:spcPts val="600"/>
                  </a:spcAft>
                  <a:defRPr sz="19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>
                    <a:latin typeface="Aptos"/>
                  </a:rPr>
                  <a:t>A chaque tirage, la composition change</a:t>
                </a:r>
              </a:p>
              <a:p>
                <a:pPr>
                  <a:spcAft>
                    <a:spcPts val="600"/>
                  </a:spcAft>
                  <a:defRPr sz="19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sz="1900" dirty="0"/>
                  <a:t>La probabilité du prochain tirage dépend uniquement de l’état actuel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900"/>
                        </m:ctrlPr>
                      </m:dPr>
                      <m:e>
                        <m:sSub>
                          <m:sSubPr>
                            <m:ctrlPr>
                              <a:rPr lang="ar-AE" sz="1900" i="1"/>
                            </m:ctrlPr>
                          </m:sSubPr>
                          <m:e>
                            <m:r>
                              <a:rPr lang="ar-AE" sz="1900" i="1"/>
                              <m:t>𝐵</m:t>
                            </m:r>
                          </m:e>
                          <m:sub>
                            <m:r>
                              <a:rPr lang="ar-AE" sz="1900" i="1"/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900" i="1"/>
                            </m:ctrlPr>
                          </m:sSubPr>
                          <m:e>
                            <m:r>
                              <a:rPr lang="ar-AE" sz="1900" i="1"/>
                              <m:t>𝑊</m:t>
                            </m:r>
                          </m:e>
                          <m:sub>
                            <m:r>
                              <a:rPr lang="ar-AE" sz="1900" i="1"/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sz="1900" dirty="0"/>
              </a:p>
              <a:p>
                <a:pPr>
                  <a:spcAft>
                    <a:spcPts val="600"/>
                  </a:spcAft>
                  <a:defRPr sz="19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sz="1900" dirty="0"/>
                  <a:t>Le mécanisme de renforcement peut amplifier un avantage initial.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965960"/>
                <a:ext cx="4572000" cy="2369880"/>
              </a:xfrm>
              <a:prstGeom prst="rect">
                <a:avLst/>
              </a:prstGeom>
              <a:blipFill>
                <a:blip r:embed="rId3"/>
                <a:stretch>
                  <a:fillRect l="-1200" t="-1289" b="-33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6309360" y="1508760"/>
            <a:ext cx="5074920" cy="411480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</a:rPr>
              <a:t>P(A)&gt;0 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Question du 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44805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Domination permanente : 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Si </a:t>
            </a:r>
            <a:r>
              <a:rPr sz="2000" i="0" dirty="0" err="1">
                <a:solidFill>
                  <a:srgbClr val="232D37"/>
                </a:solidFill>
                <a:latin typeface="Aptos"/>
              </a:rPr>
              <a:t>une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 couleur commence </a:t>
            </a:r>
            <a:r>
              <a:rPr sz="2000" i="0" dirty="0" err="1">
                <a:solidFill>
                  <a:srgbClr val="232D37"/>
                </a:solidFill>
                <a:latin typeface="Aptos"/>
              </a:rPr>
              <a:t>devant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, </a:t>
            </a:r>
            <a:r>
              <a:rPr sz="2000" i="0" dirty="0" err="1">
                <a:solidFill>
                  <a:srgbClr val="232D37"/>
                </a:solidFill>
                <a:latin typeface="Aptos"/>
              </a:rPr>
              <a:t>peut-elle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 </a:t>
            </a:r>
            <a:r>
              <a:rPr sz="2000" i="0" dirty="0" err="1">
                <a:solidFill>
                  <a:srgbClr val="232D37"/>
                </a:solidFill>
                <a:latin typeface="Aptos"/>
              </a:rPr>
              <a:t>rester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 </a:t>
            </a:r>
            <a:r>
              <a:rPr sz="2000" i="0" dirty="0" err="1">
                <a:solidFill>
                  <a:srgbClr val="232D37"/>
                </a:solidFill>
                <a:latin typeface="Aptos"/>
              </a:rPr>
              <a:t>devant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 à </a:t>
            </a:r>
            <a:r>
              <a:rPr sz="2000" i="0" dirty="0" err="1">
                <a:solidFill>
                  <a:srgbClr val="232D37"/>
                </a:solidFill>
                <a:latin typeface="Aptos"/>
              </a:rPr>
              <a:t>tous</a:t>
            </a:r>
            <a:r>
              <a:rPr sz="2000" i="0" dirty="0">
                <a:solidFill>
                  <a:srgbClr val="232D37"/>
                </a:solidFill>
                <a:latin typeface="Aptos"/>
              </a:rPr>
              <a:t> les instants ?</a:t>
            </a:r>
          </a:p>
        </p:txBody>
      </p:sp>
      <p:pic>
        <p:nvPicPr>
          <p:cNvPr id="15" name="Picture 14" descr="formula_ev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926080"/>
            <a:ext cx="4297680" cy="5482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9400" y="475752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5F6973"/>
                </a:solidFill>
                <a:latin typeface="Aptos"/>
              </a:rPr>
              <a:t>La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difficulté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: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ce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n’est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pas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seulement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une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domination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asymptotique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une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contrainte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 sur toute la </a:t>
            </a:r>
            <a:r>
              <a:rPr sz="1600" b="0" i="0" dirty="0" err="1">
                <a:solidFill>
                  <a:srgbClr val="5F6973"/>
                </a:solidFill>
                <a:latin typeface="Aptos"/>
              </a:rPr>
              <a:t>trajectoire</a:t>
            </a:r>
            <a:r>
              <a:rPr sz="1600" b="0" i="0" dirty="0">
                <a:solidFill>
                  <a:srgbClr val="5F6973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E4A1CFD-2A61-8AFB-9053-B09922C1069A}"/>
              </a:ext>
            </a:extLst>
          </p:cNvPr>
          <p:cNvSpPr txBox="1"/>
          <p:nvPr/>
        </p:nvSpPr>
        <p:spPr>
          <a:xfrm>
            <a:off x="753869" y="5763368"/>
            <a:ext cx="10755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La domination permanente </a:t>
            </a:r>
            <a:r>
              <a:rPr lang="fr-FR" sz="2000" dirty="0"/>
              <a:t>est une propriété beaucoup plus forte qu'une </a:t>
            </a:r>
            <a:r>
              <a:rPr lang="fr-FR" sz="2000" b="1" dirty="0"/>
              <a:t>domination asymptotique</a:t>
            </a:r>
            <a:r>
              <a:rPr lang="fr-FR" sz="20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C4E19CB-1C1A-AE6B-E59E-0E3EF030BF31}"/>
                  </a:ext>
                </a:extLst>
              </p:cNvPr>
              <p:cNvSpPr txBox="1"/>
              <p:nvPr/>
            </p:nvSpPr>
            <p:spPr>
              <a:xfrm>
                <a:off x="6606540" y="3929323"/>
                <a:ext cx="44805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Existe-t-il une probabilité strictement positive de conserver l'avance pour tout </a:t>
                </a:r>
                <a14:m>
                  <m:oMath xmlns:m="http://schemas.openxmlformats.org/officeDocument/2006/math">
                    <m:r>
                      <a:rPr lang="fr-FR" i="1"/>
                      <m:t>𝑛</m:t>
                    </m:r>
                  </m:oMath>
                </a14:m>
                <a:r>
                  <a:rPr lang="fr-FR" dirty="0"/>
                  <a:t>?</a:t>
                </a:r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C4E19CB-1C1A-AE6B-E59E-0E3EF030B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540" y="3929323"/>
                <a:ext cx="4480560" cy="646331"/>
              </a:xfrm>
              <a:prstGeom prst="rect">
                <a:avLst/>
              </a:prstGeom>
              <a:blipFill>
                <a:blip r:embed="rId5"/>
                <a:stretch>
                  <a:fillRect l="-1224" t="-5660" r="-1224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Modèle discret : urne de Pólya généralisée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Deux couleurs, renforcement diagonal</a:t>
            </a:r>
          </a:p>
        </p:txBody>
      </p:sp>
      <p:pic>
        <p:nvPicPr>
          <p:cNvPr id="9" name="Picture 8" descr="formula_pr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5212080" cy="6283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2514600"/>
            <a:ext cx="5212080" cy="269748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971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32D37"/>
                </a:solidFill>
                <a:latin typeface="Aptos"/>
              </a:rPr>
              <a:t>Après un tirage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66160"/>
            <a:ext cx="448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1508760"/>
            <a:ext cx="4800600" cy="37033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636776"/>
            <a:ext cx="4471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Objets suivis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720840" y="1965960"/>
                <a:ext cx="416052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dirty="0">
                    <a:latin typeface="Aptos"/>
                  </a:rPr>
                  <a:t>Bₙ : </a:t>
                </a:r>
                <a:r>
                  <a:rPr dirty="0" err="1">
                    <a:latin typeface="Aptos"/>
                  </a:rPr>
                  <a:t>nombre</a:t>
                </a:r>
                <a:r>
                  <a:rPr dirty="0">
                    <a:latin typeface="Aptos"/>
                  </a:rPr>
                  <a:t> de boules noires après n tirages</a:t>
                </a:r>
              </a:p>
              <a:p>
                <a:r>
                  <a:rPr dirty="0">
                    <a:latin typeface="Aptos"/>
                  </a:rPr>
                  <a:t>Wₙ : </a:t>
                </a:r>
                <a:r>
                  <a:rPr dirty="0" err="1">
                    <a:latin typeface="Aptos"/>
                  </a:rPr>
                  <a:t>nombre</a:t>
                </a:r>
                <a:r>
                  <a:rPr dirty="0">
                    <a:latin typeface="Aptos"/>
                  </a:rPr>
                  <a:t> de boules blanches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/>
                        </m:ctrlPr>
                      </m:sSubPr>
                      <m:e>
                        <m:r>
                          <a:rPr lang="fr-FR" i="1"/>
                          <m:t>𝑚</m:t>
                        </m:r>
                      </m:e>
                      <m:sub>
                        <m:r>
                          <a:rPr lang="fr-FR" i="1"/>
                          <m:t>𝑏</m:t>
                        </m:r>
                      </m:sub>
                    </m:sSub>
                  </m:oMath>
                </a14:m>
                <a:r>
                  <a:rPr dirty="0">
                    <a:latin typeface="Apto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/>
                        </m:ctrlPr>
                      </m:sSubPr>
                      <m:e>
                        <m:r>
                          <a:rPr lang="fr-FR" i="1"/>
                          <m:t>𝑚</m:t>
                        </m:r>
                      </m:e>
                      <m:sub>
                        <m:r>
                          <a:rPr lang="fr-FR" i="1"/>
                          <m:t>𝑤</m:t>
                        </m:r>
                      </m:sub>
                    </m:sSub>
                  </m:oMath>
                </a14:m>
                <a:r>
                  <a:rPr dirty="0">
                    <a:latin typeface="Aptos"/>
                  </a:rPr>
                  <a:t>: </a:t>
                </a:r>
                <a:r>
                  <a:rPr dirty="0" err="1">
                    <a:latin typeface="Aptos"/>
                  </a:rPr>
                  <a:t>paramètres</a:t>
                </a:r>
                <a:r>
                  <a:rPr dirty="0">
                    <a:latin typeface="Aptos"/>
                  </a:rPr>
                  <a:t> de </a:t>
                </a:r>
                <a:r>
                  <a:rPr dirty="0" err="1">
                    <a:latin typeface="Aptos"/>
                  </a:rPr>
                  <a:t>renforcement</a:t>
                </a:r>
                <a:endParaRPr lang="es-ES" dirty="0">
                  <a:latin typeface="Aptos"/>
                </a:endParaRPr>
              </a:p>
              <a:p>
                <a:endParaRPr lang="es-ES" dirty="0">
                  <a:latin typeface="Aptos"/>
                </a:endParaRPr>
              </a:p>
              <a:p>
                <a:endParaRPr lang="fr-FR" dirty="0">
                  <a:latin typeface="Aptos"/>
                </a:endParaRPr>
              </a:p>
              <a:p>
                <a:endParaRPr dirty="0">
                  <a:latin typeface="Aptos"/>
                </a:endParaRPr>
              </a:p>
              <a:p>
                <a:r>
                  <a:rPr lang="fr-FR" b="1" dirty="0"/>
                  <a:t>Le processus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fr-FR"/>
                        </m:ctrlPr>
                      </m:dPr>
                      <m:e>
                        <m:sSub>
                          <m:sSubPr>
                            <m:ctrlPr>
                              <a:rPr lang="fr-FR" i="1"/>
                            </m:ctrlPr>
                          </m:sSubPr>
                          <m:e>
                            <m:r>
                              <a:rPr lang="fr-FR" i="1"/>
                              <m:t>𝐵</m:t>
                            </m:r>
                          </m:e>
                          <m:sub>
                            <m:r>
                              <a:rPr lang="fr-FR" i="1"/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i="1"/>
                            </m:ctrlPr>
                          </m:sSubPr>
                          <m:e>
                            <m:r>
                              <a:rPr lang="fr-FR" i="1"/>
                              <m:t>𝑊</m:t>
                            </m:r>
                          </m:e>
                          <m:sub>
                            <m:r>
                              <a:rPr lang="fr-FR" i="1"/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b="1" dirty="0"/>
                  <a:t>est markovien.</a:t>
                </a:r>
                <a:br>
                  <a:rPr lang="fr-FR" dirty="0"/>
                </a:br>
                <a:r>
                  <a:rPr lang="fr-FR" dirty="0"/>
                  <a:t>Les probabilités de tirage dépendent de la composition actuelle de l'urne.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840" y="1965960"/>
                <a:ext cx="4160520" cy="2862322"/>
              </a:xfrm>
              <a:prstGeom prst="rect">
                <a:avLst/>
              </a:prstGeom>
              <a:blipFill>
                <a:blip r:embed="rId4"/>
                <a:stretch>
                  <a:fillRect l="-1320" t="-1706" r="-733" b="-23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3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727C0CC-4390-6A0A-AD5A-D5FC79DBA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58" y="3321894"/>
            <a:ext cx="5416182" cy="1167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Domination permanente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Une propriété plus forte qu’un avantage final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51760"/>
            <a:ext cx="5212080" cy="242316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029200" cy="242316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2779776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32D37"/>
                </a:solidFill>
                <a:latin typeface="Aptos"/>
              </a:rPr>
              <a:t>Horizon </a:t>
            </a:r>
            <a:r>
              <a:rPr sz="1300" b="1" i="0" dirty="0" err="1">
                <a:solidFill>
                  <a:srgbClr val="232D37"/>
                </a:solidFill>
                <a:latin typeface="Aptos"/>
              </a:rPr>
              <a:t>fini</a:t>
            </a:r>
            <a:endParaRPr sz="13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8DB13CC-4512-438B-FDF2-0DA02ADFF9CE}"/>
              </a:ext>
            </a:extLst>
          </p:cNvPr>
          <p:cNvSpPr txBox="1"/>
          <p:nvPr/>
        </p:nvSpPr>
        <p:spPr>
          <a:xfrm>
            <a:off x="1577077" y="1794563"/>
            <a:ext cx="9275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Une seule traversée de la diagonale détruit la domination permanente.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AEF681B-CB15-5233-4E57-7C7DBF5092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61"/>
          <a:stretch>
            <a:fillRect/>
          </a:stretch>
        </p:blipFill>
        <p:spPr>
          <a:xfrm>
            <a:off x="1159192" y="3180642"/>
            <a:ext cx="4448175" cy="155202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1C8DDCA-7DD8-ABA4-5606-F3A09553B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180642"/>
            <a:ext cx="472440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Résultat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Théorème de Janson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Le </a:t>
            </a:r>
            <a:r>
              <a:rPr sz="1400" b="0" i="0" dirty="0" err="1">
                <a:solidFill>
                  <a:schemeClr val="bg1">
                    <a:lumMod val="50000"/>
                  </a:schemeClr>
                </a:solidFill>
                <a:latin typeface="Aptos"/>
              </a:rPr>
              <a:t>vainqueur</a:t>
            </a:r>
            <a:r>
              <a:rPr sz="1400" b="0" i="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 </a:t>
            </a:r>
            <a:r>
              <a:rPr sz="1400" b="0" i="0" dirty="0" err="1">
                <a:solidFill>
                  <a:schemeClr val="bg1">
                    <a:lumMod val="50000"/>
                  </a:schemeClr>
                </a:solidFill>
                <a:latin typeface="Aptos"/>
              </a:rPr>
              <a:t>peut</a:t>
            </a:r>
            <a:r>
              <a:rPr sz="1400" b="0" i="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 </a:t>
            </a:r>
            <a:r>
              <a:rPr sz="1400" b="0" i="0" dirty="0" err="1">
                <a:solidFill>
                  <a:schemeClr val="bg1">
                    <a:lumMod val="50000"/>
                  </a:schemeClr>
                </a:solidFill>
                <a:latin typeface="Aptos"/>
              </a:rPr>
              <a:t>mener</a:t>
            </a:r>
            <a:r>
              <a:rPr sz="1400" b="0" i="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 tout le temps</a:t>
            </a:r>
            <a:r>
              <a:rPr lang="es-ES" sz="1400" b="0" i="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 -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</a:rPr>
              <a:t>Condition suffisante de domination permanente</a:t>
            </a:r>
          </a:p>
          <a:p>
            <a:pPr algn="l"/>
            <a:endParaRPr sz="1400" b="0" i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10607040" cy="27889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45336"/>
            <a:ext cx="10277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Énoncé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02726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232D37"/>
                </a:solidFill>
                <a:latin typeface="Aptos"/>
              </a:rPr>
              <a:t>Si le noir commence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strictement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devant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et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possède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un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renforcement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au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moins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aussi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fort,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alors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la domination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permanente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a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une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probabilité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232D37"/>
                </a:solidFill>
                <a:latin typeface="Aptos"/>
              </a:rPr>
              <a:t>strictement</a:t>
            </a:r>
            <a:r>
              <a:rPr sz="1800" b="0" i="0" dirty="0">
                <a:solidFill>
                  <a:srgbClr val="232D37"/>
                </a:solidFill>
                <a:latin typeface="Aptos"/>
              </a:rPr>
              <a:t> 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10607040" cy="9601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700016"/>
            <a:ext cx="10277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Point conceptuel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051560" y="4892040"/>
                <a:ext cx="10058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Le résultat est qualitatif : il garantit </a:t>
                </a:r>
                <a14:m>
                  <m:oMath xmlns:m="http://schemas.openxmlformats.org/officeDocument/2006/math">
                    <m:r>
                      <a:rPr lang="fr-FR" i="1"/>
                      <m:t>𝑃</m:t>
                    </m:r>
                    <m:d>
                      <m:dPr>
                        <m:ctrlPr>
                          <a:rPr lang="fr-FR" i="1"/>
                        </m:ctrlPr>
                      </m:dPr>
                      <m:e>
                        <m:r>
                          <a:rPr lang="fr-FR" i="1"/>
                          <m:t>𝐴</m:t>
                        </m:r>
                      </m:e>
                    </m:d>
                    <m:r>
                      <a:rPr lang="fr-FR"/>
                      <m:t>&gt;</m:t>
                    </m:r>
                    <m:r>
                      <a:rPr lang="fr-FR"/>
                      <m:t>0</m:t>
                    </m:r>
                  </m:oMath>
                </a14:m>
                <a:r>
                  <a:rPr lang="fr-FR" dirty="0"/>
                  <a:t>, sans donner une valeur fermée de cette probabilité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4892040"/>
                <a:ext cx="10058400" cy="369332"/>
              </a:xfrm>
              <a:prstGeom prst="rect">
                <a:avLst/>
              </a:prstGeom>
              <a:blipFill>
                <a:blip r:embed="rId3"/>
                <a:stretch>
                  <a:fillRect l="-545" t="-10000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5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E0DE45B-2C78-98B3-DBA5-3EA38A1B6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528" y="1416936"/>
            <a:ext cx="5606143" cy="2034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Résultat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232D37"/>
                </a:solidFill>
                <a:latin typeface="Aptos"/>
              </a:rPr>
              <a:t>Pourquoi</a:t>
            </a:r>
            <a:r>
              <a:rPr sz="2800" b="1" i="0" dirty="0">
                <a:solidFill>
                  <a:srgbClr val="232D37"/>
                </a:solidFill>
                <a:latin typeface="Aptos"/>
              </a:rPr>
              <a:t> le </a:t>
            </a:r>
            <a:r>
              <a:rPr sz="2800" b="1" i="0" dirty="0" err="1">
                <a:solidFill>
                  <a:srgbClr val="232D37"/>
                </a:solidFill>
                <a:latin typeface="Aptos"/>
              </a:rPr>
              <a:t>résultat</a:t>
            </a:r>
            <a:r>
              <a:rPr sz="2800" b="1" i="0" dirty="0">
                <a:solidFill>
                  <a:srgbClr val="232D37"/>
                </a:solidFill>
                <a:latin typeface="Aptos"/>
              </a:rPr>
              <a:t> est non trivial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Le danger vient des premières fluctuations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520440" cy="41605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45336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1. Avantage initial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05840" y="2057400"/>
                <a:ext cx="2971800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Eloigne l'état initial de la diagonale </a:t>
                </a:r>
                <a14:m>
                  <m:oMath xmlns:m="http://schemas.openxmlformats.org/officeDocument/2006/math">
                    <m:r>
                      <a:rPr lang="fr-FR" i="1"/>
                      <m:t>𝐵</m:t>
                    </m:r>
                    <m:r>
                      <a:rPr lang="fr-FR"/>
                      <m:t>=</m:t>
                    </m:r>
                    <m:r>
                      <a:rPr lang="fr-FR" i="1"/>
                      <m:t>𝑊</m:t>
                    </m:r>
                  </m:oMath>
                </a14:m>
                <a:r>
                  <a:rPr lang="fr-FR" dirty="0"/>
                  <a:t>; 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Plus l'avance est grande, plus elle est difficile à perdre immédiatement.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057400"/>
                <a:ext cx="2971800" cy="2585323"/>
              </a:xfrm>
              <a:prstGeom prst="rect">
                <a:avLst/>
              </a:prstGeom>
              <a:blipFill>
                <a:blip r:embed="rId3"/>
                <a:stretch>
                  <a:fillRect l="-1639" r="-410" b="-25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4343400" y="1417320"/>
            <a:ext cx="3520440" cy="41605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45336"/>
            <a:ext cx="3191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2. Renforcement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2971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Chaque tirage noir consolide au moins autant l'avance ; </a:t>
            </a:r>
          </a:p>
          <a:p>
            <a:endParaRPr lang="fr-FR" dirty="0"/>
          </a:p>
          <a:p>
            <a:r>
              <a:rPr lang="fr-FR" dirty="0"/>
              <a:t>Le mécanisme favorise la conservation de la domination.</a:t>
            </a:r>
            <a:endParaRPr dirty="0"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55279" y="1417320"/>
            <a:ext cx="3520440" cy="41605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1" y="1545336"/>
            <a:ext cx="3191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>
                <a:solidFill>
                  <a:srgbClr val="232D37"/>
                </a:solidFill>
                <a:latin typeface="Aptos"/>
              </a:rPr>
              <a:t>3. </a:t>
            </a:r>
            <a:r>
              <a:rPr lang="fr-FR" sz="1400" b="1" dirty="0"/>
              <a:t>Fluctuations aléatoires</a:t>
            </a:r>
            <a:endParaRPr sz="13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9" y="2057400"/>
            <a:ext cx="30815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2000" dirty="0"/>
          </a:p>
          <a:p>
            <a:r>
              <a:rPr lang="fr-FR" sz="2000" dirty="0"/>
              <a:t>Les premiers tirages peuvent être défavorables ; </a:t>
            </a:r>
          </a:p>
          <a:p>
            <a:endParaRPr lang="fr-FR" sz="2000" dirty="0"/>
          </a:p>
          <a:p>
            <a:r>
              <a:rPr lang="fr-FR" sz="2000" dirty="0"/>
              <a:t>Quelques tirages blancs successifs peuvent annuler l'avance initiale.</a:t>
            </a:r>
            <a:endParaRPr sz="2000" b="0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5806440"/>
            <a:ext cx="1014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Le défi est de contrôler simultanément les fluctuations initiales et le comportement à long terme.</a:t>
            </a:r>
            <a:endParaRPr sz="1800" b="1" i="0" dirty="0">
              <a:solidFill>
                <a:schemeClr val="tx2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6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6163F6E-92A3-9393-740F-727C3CB2D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630" y="1929384"/>
            <a:ext cx="1176740" cy="517766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7120DDA0-2D2A-2469-AD7E-200769694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921" y="1929384"/>
            <a:ext cx="1151034" cy="504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F2A46FC-A8BE-4771-BE51-D9123E918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61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211FBB0-D978-8C71-B1E4-6ECEE140D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75" b="6947"/>
          <a:stretch>
            <a:fillRect/>
          </a:stretch>
        </p:blipFill>
        <p:spPr>
          <a:xfrm>
            <a:off x="615790" y="783823"/>
            <a:ext cx="10960420" cy="5792694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6FFD9FBA-AB8B-4CCA-ED2C-F94B153C9B55}"/>
              </a:ext>
            </a:extLst>
          </p:cNvPr>
          <p:cNvSpPr txBox="1"/>
          <p:nvPr/>
        </p:nvSpPr>
        <p:spPr>
          <a:xfrm>
            <a:off x="615790" y="260603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Plongement en temps continu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Preuve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Processus de branchement : intuition asymptotique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Comparer deux croissances exponentielles aléatoires</a:t>
            </a:r>
          </a:p>
        </p:txBody>
      </p:sp>
      <p:pic>
        <p:nvPicPr>
          <p:cNvPr id="9" name="Picture 8" descr="formula_a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508760"/>
            <a:ext cx="9509760" cy="1032855"/>
          </a:xfrm>
          <a:prstGeom prst="rect">
            <a:avLst/>
          </a:prstGeom>
        </p:spPr>
      </p:pic>
      <p:pic>
        <p:nvPicPr>
          <p:cNvPr id="10" name="Picture 9" descr="formula_rat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743200"/>
            <a:ext cx="9235440" cy="10401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8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EC6DBC4-3E24-0F48-064A-DA20C6EE1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7" y="4149466"/>
            <a:ext cx="10925240" cy="1154471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18EE878-3848-C39C-BFA5-BF25516DD87D}"/>
              </a:ext>
            </a:extLst>
          </p:cNvPr>
          <p:cNvSpPr txBox="1"/>
          <p:nvPr/>
        </p:nvSpPr>
        <p:spPr>
          <a:xfrm>
            <a:off x="1386865" y="5670067"/>
            <a:ext cx="941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Ce lemme donne une domination éventuelle, pas encore une domination permanente.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Preuve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De la domination éventuelle à la domination permanente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Le rôle de l’argument de préfixe fini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92" y="1856232"/>
            <a:ext cx="2406149" cy="2606039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084" y="1714486"/>
            <a:ext cx="2165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Domination éventuelle</a:t>
            </a:r>
            <a:endParaRPr sz="13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092" y="2788120"/>
            <a:ext cx="20719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 plongement en temps continu montre que le noir peut finir par dominer pour toujours.</a:t>
            </a:r>
            <a:endParaRPr sz="1800" b="0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80999" y="1856232"/>
            <a:ext cx="2406149" cy="2606039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5591" y="1714486"/>
            <a:ext cx="2165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Temps fini</a:t>
            </a:r>
            <a:r>
              <a:rPr sz="1300" b="1" i="0" dirty="0">
                <a:solidFill>
                  <a:srgbClr val="232D37"/>
                </a:solidFill>
                <a:latin typeface="Aptos"/>
              </a:rPr>
              <a:t> favorable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96993" y="2788120"/>
                <a:ext cx="207196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On fixe un rang fini </a:t>
                </a:r>
                <a14:m>
                  <m:oMath xmlns:m="http://schemas.openxmlformats.org/officeDocument/2006/math">
                    <m:r>
                      <a:rPr lang="fr-FR" i="1"/>
                      <m:t>𝑁</m:t>
                    </m:r>
                  </m:oMath>
                </a14:m>
                <a:r>
                  <a:rPr lang="fr-FR" dirty="0"/>
                  <a:t>où une queue favorable existe.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993" y="2788120"/>
                <a:ext cx="2071962" cy="923330"/>
              </a:xfrm>
              <a:prstGeom prst="rect">
                <a:avLst/>
              </a:prstGeom>
              <a:blipFill>
                <a:blip r:embed="rId3"/>
                <a:stretch>
                  <a:fillRect l="-2353" t="-3289"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6096420" y="1856232"/>
            <a:ext cx="2406149" cy="2606039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1098" y="1722695"/>
            <a:ext cx="2165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État </a:t>
            </a:r>
            <a:r>
              <a:rPr sz="1300" b="1" i="0" dirty="0">
                <a:solidFill>
                  <a:srgbClr val="232D37"/>
                </a:solidFill>
                <a:latin typeface="Aptos"/>
              </a:rPr>
              <a:t> favorable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7884" y="2783367"/>
            <a:ext cx="20719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Depuis cet état, la trajectoire a une probabilité positive de rester dominante.</a:t>
            </a:r>
            <a:endParaRPr dirty="0">
              <a:latin typeface="Apto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2578078" y="2776292"/>
            <a:ext cx="300769" cy="314379"/>
          </a:xfrm>
          <a:prstGeom prst="rightArrow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5593501" y="2776292"/>
            <a:ext cx="300769" cy="314379"/>
          </a:xfrm>
          <a:prstGeom prst="rightArrow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280160" y="4892040"/>
            <a:ext cx="969264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44751" y="5020055"/>
            <a:ext cx="9363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Conclusion logique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9</a:t>
            </a:r>
          </a:p>
        </p:txBody>
      </p:sp>
      <p:sp>
        <p:nvSpPr>
          <p:cNvPr id="24" name="Rounded Rectangle 14">
            <a:extLst>
              <a:ext uri="{FF2B5EF4-FFF2-40B4-BE49-F238E27FC236}">
                <a16:creationId xmlns:a16="http://schemas.microsoft.com/office/drawing/2014/main" id="{B1ED8F8D-D3AF-3054-AC3F-737C9C851578}"/>
              </a:ext>
            </a:extLst>
          </p:cNvPr>
          <p:cNvSpPr/>
          <p:nvPr/>
        </p:nvSpPr>
        <p:spPr>
          <a:xfrm>
            <a:off x="9131984" y="1851167"/>
            <a:ext cx="2406149" cy="2606039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3AA95E3A-060A-CCAB-9C4E-D0D8419290D4}"/>
              </a:ext>
            </a:extLst>
          </p:cNvPr>
          <p:cNvSpPr txBox="1"/>
          <p:nvPr/>
        </p:nvSpPr>
        <p:spPr>
          <a:xfrm>
            <a:off x="9296576" y="1709421"/>
            <a:ext cx="216553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Préfixe favorable</a:t>
            </a:r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ACC0D238-9858-F126-3F0A-68F04603EEB1}"/>
              </a:ext>
            </a:extLst>
          </p:cNvPr>
          <p:cNvSpPr txBox="1"/>
          <p:nvPr/>
        </p:nvSpPr>
        <p:spPr>
          <a:xfrm>
            <a:off x="9385655" y="2779049"/>
            <a:ext cx="20719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On tire d’abord les noirs puis les blancs : l’avance reste toujours strictement positive.</a:t>
            </a:r>
            <a:endParaRPr dirty="0">
              <a:latin typeface="Aptos"/>
            </a:endParaRPr>
          </a:p>
        </p:txBody>
      </p:sp>
      <p:sp>
        <p:nvSpPr>
          <p:cNvPr id="27" name="Right Arrow 18">
            <a:extLst>
              <a:ext uri="{FF2B5EF4-FFF2-40B4-BE49-F238E27FC236}">
                <a16:creationId xmlns:a16="http://schemas.microsoft.com/office/drawing/2014/main" id="{E1DDD6EF-0731-8B72-DFAD-6DE035D6956E}"/>
              </a:ext>
            </a:extLst>
          </p:cNvPr>
          <p:cNvSpPr/>
          <p:nvPr/>
        </p:nvSpPr>
        <p:spPr>
          <a:xfrm>
            <a:off x="8629065" y="2771227"/>
            <a:ext cx="300769" cy="314379"/>
          </a:xfrm>
          <a:prstGeom prst="rightArrow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13FC966D-AB15-B5F6-4CBC-23C04BBFE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90" y="2235582"/>
            <a:ext cx="2287939" cy="291909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567D1311-1E2D-C0F9-F826-977BDCDCB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480" y="2230285"/>
            <a:ext cx="2354784" cy="29720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C5EDD997-494E-3F73-A6E5-FB6E8D182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981" y="2155421"/>
            <a:ext cx="2591025" cy="297206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5E39E336-2D17-DB91-4D6A-3B0D67AB0D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634" y="2083408"/>
            <a:ext cx="1983724" cy="631633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72279742-4410-A184-BDBE-AB1CC60DE6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3626" y="5143514"/>
            <a:ext cx="6020529" cy="491238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01B00390-1753-4E14-B8D9-682D939156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2974" y="5945635"/>
            <a:ext cx="2895196" cy="48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Computationnel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Validation empirique du théorème</a:t>
            </a:r>
            <a:endParaRPr sz="28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Séparer simulation, analyse et visualisation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5029200" cy="429768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545336"/>
            <a:ext cx="4700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Structure du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32D37"/>
                </a:solidFill>
                <a:latin typeface="Aptos"/>
              </a:rPr>
              <a:t>TER_Polya/
├── notebooks/
│   ├── 01_basic_simulations.ipynb
│   ├── 02_permanent_domination.ipynb
│   ├── 03_parameter_sensitivity.ipynb
│   ├── 04_extension_time_to_domination.ipynb
│   └── 05_statistical_validation.ipynb
└── src/urn.py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212080" cy="429768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336792" y="1545336"/>
            <a:ext cx="4882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Objectifs des simulations</a:t>
            </a:r>
            <a:endParaRPr sz="1300" b="1" i="0" dirty="0">
              <a:solidFill>
                <a:srgbClr val="232D37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492240" y="1874519"/>
                <a:ext cx="4617720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Estimer </a:t>
                </a:r>
                <a14:m>
                  <m:oMath xmlns:m="http://schemas.openxmlformats.org/officeDocument/2006/math">
                    <m:r>
                      <a:rPr lang="fr-FR" i="1"/>
                      <m:t>𝑃</m:t>
                    </m:r>
                    <m:d>
                      <m:dPr>
                        <m:ctrlPr>
                          <a:rPr lang="fr-FR" i="1"/>
                        </m:ctrlPr>
                      </m:dPr>
                      <m:e>
                        <m:sSub>
                          <m:sSubPr>
                            <m:ctrlPr>
                              <a:rPr lang="fr-FR" i="1"/>
                            </m:ctrlPr>
                          </m:sSubPr>
                          <m:e>
                            <m:r>
                              <a:rPr lang="fr-FR" i="1"/>
                              <m:t>𝐴</m:t>
                            </m:r>
                          </m:e>
                          <m:sub>
                            <m:r>
                              <a:rPr lang="fr-FR" i="1"/>
                              <m:t>𝑇</m:t>
                            </m:r>
                          </m:sub>
                        </m:sSub>
                      </m:e>
                    </m:d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- horizon fini</a:t>
                </a:r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Étudier la sensibilité aux paramètres. </a:t>
                </a:r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Vérifier la cohérence avec les prédictions théoriques.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1874519"/>
                <a:ext cx="4617720" cy="1354217"/>
              </a:xfrm>
              <a:prstGeom prst="rect">
                <a:avLst/>
              </a:prstGeom>
              <a:blipFill>
                <a:blip r:embed="rId3"/>
                <a:stretch>
                  <a:fillRect l="-1055" t="-1794" b="-6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10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9CF10F3-DDCE-0D3B-0902-FD1910B7B82D}"/>
              </a:ext>
            </a:extLst>
          </p:cNvPr>
          <p:cNvSpPr txBox="1"/>
          <p:nvPr/>
        </p:nvSpPr>
        <p:spPr>
          <a:xfrm>
            <a:off x="6336792" y="3768887"/>
            <a:ext cx="4882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Classe centrale : </a:t>
            </a:r>
            <a:r>
              <a:rPr lang="fr-FR" b="1" dirty="0" err="1"/>
              <a:t>PolyaUrn</a:t>
            </a:r>
            <a:endParaRPr sz="13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5C38BC1-C685-68B8-6969-42BC3508BFCA}"/>
              </a:ext>
            </a:extLst>
          </p:cNvPr>
          <p:cNvSpPr txBox="1"/>
          <p:nvPr/>
        </p:nvSpPr>
        <p:spPr>
          <a:xfrm>
            <a:off x="6492240" y="4136899"/>
            <a:ext cx="4096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Simulation d'une urne généralisée. </a:t>
            </a:r>
          </a:p>
          <a:p>
            <a:r>
              <a:rPr lang="fr-FR" dirty="0"/>
              <a:t>Détection de domination sur horizon fini. </a:t>
            </a:r>
          </a:p>
          <a:p>
            <a:r>
              <a:rPr lang="fr-FR" dirty="0"/>
              <a:t>Répétitions Monte-Carlo. </a:t>
            </a:r>
          </a:p>
          <a:p>
            <a:r>
              <a:rPr lang="fr-FR" dirty="0"/>
              <a:t>Analyse statistique des trajectoires.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6CB6-302A-BA48-B3B8-8A702089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208FCF-CC4A-AE13-E7E5-AEF75049484E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238E8-3DBB-0909-5F74-0868BDEA338C}"/>
              </a:ext>
            </a:extLst>
          </p:cNvPr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Simulations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5E64B-4EF8-9730-5CD0-4BC8B40F842A}"/>
              </a:ext>
            </a:extLst>
          </p:cNvPr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B69F0-A9D1-ABC7-FC7C-411B3C567948}"/>
              </a:ext>
            </a:extLst>
          </p:cNvPr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>
            <a:extLst>
              <a:ext uri="{FF2B5EF4-FFF2-40B4-BE49-F238E27FC236}">
                <a16:creationId xmlns:a16="http://schemas.microsoft.com/office/drawing/2014/main" id="{EE885CB5-0D67-367D-540B-D7B48CEAB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870C9D-BF75-E58F-BF97-C50FAEBA7191}"/>
              </a:ext>
            </a:extLst>
          </p:cNvPr>
          <p:cNvSpPr txBox="1"/>
          <p:nvPr/>
        </p:nvSpPr>
        <p:spPr>
          <a:xfrm>
            <a:off x="658368" y="621792"/>
            <a:ext cx="10789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232D37"/>
                </a:solidFill>
                <a:latin typeface="Aptos"/>
              </a:rPr>
              <a:t>Simulations : </a:t>
            </a:r>
            <a:r>
              <a:rPr lang="fr-FR" sz="2800" b="1" dirty="0"/>
              <a:t>Trajectoire d'une urne de Pólya généralisée</a:t>
            </a:r>
          </a:p>
          <a:p>
            <a:pPr algn="l"/>
            <a:endParaRPr sz="28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11B5C-75A6-DEB6-8491-632CA032AAEC}"/>
              </a:ext>
            </a:extLst>
          </p:cNvPr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5F6973"/>
                </a:solidFill>
                <a:latin typeface="Aptos"/>
              </a:rPr>
              <a:t>Visualiser</a:t>
            </a:r>
            <a:r>
              <a:rPr sz="1400" b="0" i="0" dirty="0">
                <a:solidFill>
                  <a:srgbClr val="5F6973"/>
                </a:solidFill>
                <a:latin typeface="Aptos"/>
              </a:rPr>
              <a:t> la </a:t>
            </a:r>
            <a:r>
              <a:rPr sz="1400" b="0" i="0" dirty="0" err="1">
                <a:solidFill>
                  <a:srgbClr val="5F6973"/>
                </a:solidFill>
                <a:latin typeface="Aptos"/>
              </a:rPr>
              <a:t>dynamique</a:t>
            </a:r>
            <a:r>
              <a:rPr sz="1400" b="0" i="0" dirty="0">
                <a:solidFill>
                  <a:srgbClr val="5F6973"/>
                </a:solidFill>
                <a:latin typeface="Aptos"/>
              </a:rPr>
              <a:t> du </a:t>
            </a:r>
            <a:r>
              <a:rPr sz="1400" b="0" i="0" dirty="0" err="1">
                <a:solidFill>
                  <a:srgbClr val="5F6973"/>
                </a:solidFill>
                <a:latin typeface="Aptos"/>
              </a:rPr>
              <a:t>renforcement</a:t>
            </a:r>
            <a:endParaRPr sz="1400" b="0" i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28943-129A-F1B0-2E67-BCFB5FDB64AD}"/>
              </a:ext>
            </a:extLst>
          </p:cNvPr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11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55B1466-64B2-E056-BC2A-FB1C6DF13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791" y="1284727"/>
            <a:ext cx="6361189" cy="42885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58DB98A-5283-5A5D-84C8-4BE681C33F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540"/>
          <a:stretch>
            <a:fillRect/>
          </a:stretch>
        </p:blipFill>
        <p:spPr>
          <a:xfrm>
            <a:off x="438020" y="3282891"/>
            <a:ext cx="4884843" cy="58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76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Simulations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Simulations : trajectoires individuelles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Visualiser la dynamique du renforcement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11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3DAF047-69D4-8FCC-9237-75E40CE04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64" y="1399032"/>
            <a:ext cx="5378033" cy="328269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2D54DCD-F579-8F86-43DC-A689797A7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29" y="1399032"/>
            <a:ext cx="5345604" cy="326290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FB52941-BA07-3CBB-4CB7-17CE1C488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90" y="4670932"/>
            <a:ext cx="4884843" cy="147840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F69C162-1D0B-67AC-9A32-E0137A0CF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229" y="5284362"/>
            <a:ext cx="5112059" cy="9061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7B60-C334-2C61-B9F4-404664950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3313CC-6B55-F0B4-A966-762A0B9645D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DCFFC-7912-0298-99E6-E0EB15153D37}"/>
              </a:ext>
            </a:extLst>
          </p:cNvPr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Simulations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06574-5E33-F824-A105-D11FE8EAD5E9}"/>
              </a:ext>
            </a:extLst>
          </p:cNvPr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FEE96-D01A-6EDE-9CBF-D6B8EE014D9C}"/>
              </a:ext>
            </a:extLst>
          </p:cNvPr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>
            <a:extLst>
              <a:ext uri="{FF2B5EF4-FFF2-40B4-BE49-F238E27FC236}">
                <a16:creationId xmlns:a16="http://schemas.microsoft.com/office/drawing/2014/main" id="{AC4A90C5-EDCF-402A-AC4E-64B2867A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78AF6D-2AAB-067F-826A-5E482A500F5A}"/>
              </a:ext>
            </a:extLst>
          </p:cNvPr>
          <p:cNvSpPr txBox="1"/>
          <p:nvPr/>
        </p:nvSpPr>
        <p:spPr>
          <a:xfrm>
            <a:off x="658368" y="621792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Monte Carlo : domination jusqu'à un horizon fini</a:t>
            </a:r>
            <a:endParaRPr sz="28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9B923-A318-FF64-6CC7-69C123840806}"/>
              </a:ext>
            </a:extLst>
          </p:cNvPr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Visualiser la dynamique du renforcement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625A36-8B8B-E549-5D65-EA0D632318CC}"/>
              </a:ext>
            </a:extLst>
          </p:cNvPr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11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72D92F6-97B5-04E9-3BFE-8586AB4D8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98" y="2239775"/>
            <a:ext cx="3163395" cy="28579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0A05157-4E1C-60AE-9DD8-35D2F0A8DA63}"/>
                  </a:ext>
                </a:extLst>
              </p:cNvPr>
              <p:cNvSpPr txBox="1"/>
              <p:nvPr/>
            </p:nvSpPr>
            <p:spPr>
              <a:xfrm>
                <a:off x="5863856" y="2722446"/>
                <a:ext cx="53375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Dans ce régime favorable, la domination noire est observée dans plus de 97 % des simulations. </a:t>
                </a:r>
              </a:p>
              <a:p>
                <a:r>
                  <a:rPr lang="fr-F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Ce résultat est cohérent avec le théorème de Janson qui affirme que </a:t>
                </a:r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fr-FR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fr-FR" b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b="1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0A05157-4E1C-60AE-9DD8-35D2F0A8D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856" y="2722446"/>
                <a:ext cx="5337544" cy="1200329"/>
              </a:xfrm>
              <a:prstGeom prst="rect">
                <a:avLst/>
              </a:prstGeom>
              <a:blipFill>
                <a:blip r:embed="rId4"/>
                <a:stretch>
                  <a:fillRect l="-1027" t="-3061" b="-76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13">
            <a:extLst>
              <a:ext uri="{FF2B5EF4-FFF2-40B4-BE49-F238E27FC236}">
                <a16:creationId xmlns:a16="http://schemas.microsoft.com/office/drawing/2014/main" id="{6B9EA206-E23C-56EB-9E96-F7DDA29E9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614" y="1511161"/>
            <a:ext cx="2952762" cy="5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4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ED7E-AD9E-15CE-C5FF-2A51E909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AFB01A-3DAA-B856-8C04-99D497446AD4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935ED-925D-B1A8-4275-D6341069871C}"/>
              </a:ext>
            </a:extLst>
          </p:cNvPr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Simulations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A0827B-CC23-8BE3-71C9-BB505419999E}"/>
              </a:ext>
            </a:extLst>
          </p:cNvPr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5A44A-58F0-88E3-6BE4-A445905C185C}"/>
              </a:ext>
            </a:extLst>
          </p:cNvPr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>
            <a:extLst>
              <a:ext uri="{FF2B5EF4-FFF2-40B4-BE49-F238E27FC236}">
                <a16:creationId xmlns:a16="http://schemas.microsoft.com/office/drawing/2014/main" id="{4590036B-4100-9CBB-3925-EE72C9BD9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F7082B-7C49-6729-5B6C-FB9FE666301C}"/>
              </a:ext>
            </a:extLst>
          </p:cNvPr>
          <p:cNvSpPr txBox="1"/>
          <p:nvPr/>
        </p:nvSpPr>
        <p:spPr>
          <a:xfrm>
            <a:off x="658368" y="621792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Sensibilité aux paramètres</a:t>
            </a:r>
            <a:endParaRPr sz="2800" b="1" i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376E3-1A07-2F72-C525-9F2CC978F00D}"/>
              </a:ext>
            </a:extLst>
          </p:cNvPr>
          <p:cNvSpPr txBox="1"/>
          <p:nvPr/>
        </p:nvSpPr>
        <p:spPr>
          <a:xfrm>
            <a:off x="685800" y="1078992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Quels paramètres favorisent ou défavorisent la domination permanente ?</a:t>
            </a:r>
            <a:endParaRPr sz="1400" b="0" i="0" dirty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824E8-E8A8-0AB3-AB17-DE786758ACD0}"/>
              </a:ext>
            </a:extLst>
          </p:cNvPr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11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807F026-A4C4-2A8F-0155-9B05CA4F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03" y="2739360"/>
            <a:ext cx="5395065" cy="364315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67F825E-A4ED-CAEE-12C6-ABD738E1A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62" y="1520025"/>
            <a:ext cx="7041490" cy="127265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6252D39E-271F-B0DA-BB9D-8C041F836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231" y="1602212"/>
            <a:ext cx="4039057" cy="72216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19EE9E78-C84C-A717-9CE7-EB829C16F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767" y="4202972"/>
            <a:ext cx="4932970" cy="7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75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Validation numérique et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Ce que montrent les simulations, ce qu’elles ne prouvent pas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5120640" cy="41605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636776"/>
            <a:ext cx="479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Apport des simulations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97280" y="1993392"/>
                <a:ext cx="4572000" cy="2616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Les simulations confirment la possibilité de domination permanente.</a:t>
                </a:r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 </a:t>
                </a:r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La domination est fréquente lorsque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/>
                        </m:ctrlPr>
                      </m:sSubPr>
                      <m:e>
                        <m:r>
                          <a:rPr lang="fr-FR" i="1"/>
                          <m:t>𝑚</m:t>
                        </m:r>
                      </m:e>
                      <m:sub>
                        <m:r>
                          <a:rPr lang="fr-FR" i="1"/>
                          <m:t>𝑏</m:t>
                        </m:r>
                      </m:sub>
                    </m:sSub>
                    <m:r>
                      <a:rPr lang="fr-FR"/>
                      <m:t>&gt;</m:t>
                    </m:r>
                    <m:sSub>
                      <m:sSubPr>
                        <m:ctrlPr>
                          <a:rPr lang="fr-FR" i="1"/>
                        </m:ctrlPr>
                      </m:sSubPr>
                      <m:e>
                        <m:r>
                          <a:rPr lang="fr-FR" i="1"/>
                          <m:t>𝑚</m:t>
                        </m:r>
                      </m:e>
                      <m:sub>
                        <m:r>
                          <a:rPr lang="fr-FR" i="1"/>
                          <m:t>𝑤</m:t>
                        </m:r>
                      </m:sub>
                    </m:sSub>
                  </m:oMath>
                </a14:m>
                <a:r>
                  <a:rPr lang="fr-FR" dirty="0"/>
                  <a:t>. </a:t>
                </a:r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endParaRPr lang="fr-FR" dirty="0"/>
              </a:p>
              <a:p>
                <a:pPr>
                  <a:spcAft>
                    <a:spcPts val="600"/>
                  </a:spcAft>
                  <a:defRPr sz="1800">
                    <a:solidFill>
                      <a:srgbClr val="232D37"/>
                    </a:solidFill>
                    <a:latin typeface="Aptos"/>
                  </a:defRPr>
                </a:pPr>
                <a:r>
                  <a:rPr lang="fr-FR" dirty="0"/>
                  <a:t>La probabilité de domination dépend des paramètres initiaux et des renforcements.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993392"/>
                <a:ext cx="4572000" cy="2616101"/>
              </a:xfrm>
              <a:prstGeom prst="rect">
                <a:avLst/>
              </a:prstGeom>
              <a:blipFill>
                <a:blip r:embed="rId3"/>
                <a:stretch>
                  <a:fillRect l="-1067" t="-932" b="-3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6309360" y="1508760"/>
            <a:ext cx="5074920" cy="416052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Limites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583680" y="1993392"/>
                <a:ext cx="4572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Estimation sur horizon fini </a:t>
                </a:r>
                <a14:m>
                  <m:oMath xmlns:m="http://schemas.openxmlformats.org/officeDocument/2006/math">
                    <m:r>
                      <a:rPr lang="fr-FR" i="1"/>
                      <m:t>𝑇</m:t>
                    </m:r>
                  </m:oMath>
                </a14:m>
                <a:r>
                  <a:rPr lang="fr-FR" dirty="0"/>
                  <a:t>. </a:t>
                </a:r>
              </a:p>
              <a:p>
                <a:endParaRPr lang="fr-FR" dirty="0"/>
              </a:p>
              <a:p>
                <a:r>
                  <a:rPr lang="fr-FR" dirty="0"/>
                  <a:t>Nombre fini de simulations Monte Carlo. </a:t>
                </a:r>
              </a:p>
              <a:p>
                <a:endParaRPr lang="fr-FR" dirty="0"/>
              </a:p>
              <a:p>
                <a:r>
                  <a:rPr lang="fr-FR" dirty="0"/>
                  <a:t>Exploration partielle de l'espace des paramètres.</a:t>
                </a:r>
                <a:endParaRPr dirty="0">
                  <a:latin typeface="Aptos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993392"/>
                <a:ext cx="4572000" cy="1754326"/>
              </a:xfrm>
              <a:prstGeom prst="rect">
                <a:avLst/>
              </a:prstGeom>
              <a:blipFill>
                <a:blip r:embed="rId4"/>
                <a:stretch>
                  <a:fillRect l="-1067" t="-1736" b="-4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05156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7D6"/>
                </a:solidFill>
                <a:latin typeface="Aptos"/>
              </a:rPr>
              <a:t>Message central : la simulation illustre le mécanisme ; le théorème établit l’événement infini.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Synthèse du TER et ouvertures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5532120" cy="429768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41832" y="1545336"/>
            <a:ext cx="5202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Bilan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3566160"/>
            <a:ext cx="498348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Résultat principal</a:t>
            </a:r>
          </a:p>
          <a:p>
            <a:endParaRPr lang="fr-FR" dirty="0"/>
          </a:p>
          <a:p>
            <a:pPr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rPr lang="fr-FR" dirty="0"/>
              <a:t>La domination éventuelle implique la domination permanente. </a:t>
            </a:r>
          </a:p>
          <a:p>
            <a:pPr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endParaRPr lang="fr-FR" dirty="0"/>
          </a:p>
          <a:p>
            <a:pPr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rPr lang="fr-FR" dirty="0"/>
              <a:t>Le phénomène est confirmé par les simulations.</a:t>
            </a:r>
            <a:endParaRPr dirty="0"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1417320"/>
            <a:ext cx="4754880" cy="4297680"/>
          </a:xfrm>
          <a:prstGeom prst="roundRect">
            <a:avLst/>
          </a:prstGeom>
          <a:solidFill>
            <a:srgbClr val="F0F4F7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1545336"/>
            <a:ext cx="4425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2D37"/>
                </a:solidFill>
                <a:latin typeface="Aptos"/>
              </a:rPr>
              <a:t>Perspectives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19"/>
            <a:ext cx="4160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Étude du temps de domination. </a:t>
            </a:r>
          </a:p>
          <a:p>
            <a:endParaRPr lang="fr-FR" dirty="0"/>
          </a:p>
          <a:p>
            <a:r>
              <a:rPr lang="fr-FR" dirty="0"/>
              <a:t>Cas multidimensionnels. </a:t>
            </a:r>
          </a:p>
          <a:p>
            <a:endParaRPr lang="fr-FR" dirty="0"/>
          </a:p>
          <a:p>
            <a:r>
              <a:rPr lang="fr-FR" dirty="0"/>
              <a:t>Renforcements aléatoires.</a:t>
            </a:r>
            <a:endParaRPr dirty="0"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40" y="5897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97D6"/>
                </a:solidFill>
                <a:latin typeface="Aptos"/>
              </a:rPr>
              <a:t>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15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446EC3-7CF0-2C58-8A60-1B91DB3CDFB1}"/>
              </a:ext>
            </a:extLst>
          </p:cNvPr>
          <p:cNvSpPr txBox="1"/>
          <p:nvPr/>
        </p:nvSpPr>
        <p:spPr>
          <a:xfrm>
            <a:off x="1109472" y="1984248"/>
            <a:ext cx="1962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Résultat théorique</a:t>
            </a:r>
            <a:endParaRPr lang="fr-FR" dirty="0"/>
          </a:p>
          <a:p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E791DB8-A7E8-C835-3AFC-128549768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35" y="2504325"/>
            <a:ext cx="3500891" cy="7977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Urnes de Pólya généralisées — domination permanente · Références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882"/>
                </a:solidFill>
                <a:latin typeface="Aptos"/>
              </a:rPr>
              <a:t>Henri Vasserot — Master Mathématiques EAD AMU — 2025/2026</a:t>
            </a:r>
          </a:p>
        </p:txBody>
      </p:sp>
      <p:pic>
        <p:nvPicPr>
          <p:cNvPr id="6" name="Picture 5" descr="LOGO_A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446520"/>
            <a:ext cx="1417320" cy="48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32D37"/>
                </a:solidFill>
                <a:latin typeface="Aptos"/>
              </a:rPr>
              <a:t>Références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6973"/>
                </a:solidFill>
                <a:latin typeface="Aptos"/>
              </a:rPr>
              <a:t>Diapositive de réserve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rPr>
                <a:latin typeface="Aptos"/>
              </a:rPr>
              <a:t>S. Janson, A Note on Pólya Urns: The Winner May Lead All the Time, arXiv, 2025.</a:t>
            </a:r>
          </a:p>
          <a:p>
            <a:pPr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rPr>
                <a:latin typeface="Aptos"/>
              </a:rPr>
              <a:t>G. Pólya, Sur quelques points de la théorie des probabilités, Annales de l’Institut Henri Poincaré, 1930.</a:t>
            </a:r>
          </a:p>
          <a:p>
            <a:pPr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rPr>
                <a:latin typeface="Aptos"/>
              </a:rPr>
              <a:t>K. B. Athreya &amp; P. E. Ney, Branching Processes, Springer, 1972.</a:t>
            </a:r>
          </a:p>
          <a:p>
            <a:pPr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rPr>
                <a:latin typeface="Aptos"/>
              </a:rPr>
              <a:t>Code du TER : notebooks de simulation et src/urn.py, classe PolyaUrn.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8288" y="65105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E788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1236</Words>
  <Application>Microsoft Office PowerPoint</Application>
  <PresentationFormat>Grand écran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Henri Vasserot</dc:creator>
  <cp:keywords/>
  <dc:description>generated using python-pptx</dc:description>
  <cp:lastModifiedBy>Henri Vasserot</cp:lastModifiedBy>
  <cp:revision>6</cp:revision>
  <dcterms:created xsi:type="dcterms:W3CDTF">2013-01-27T09:14:16Z</dcterms:created>
  <dcterms:modified xsi:type="dcterms:W3CDTF">2026-06-19T12:06:28Z</dcterms:modified>
  <cp:category/>
</cp:coreProperties>
</file>